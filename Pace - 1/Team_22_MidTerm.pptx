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4.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 id="2147483665" r:id="rId2"/>
    <p:sldMasterId id="2147483677" r:id="rId3"/>
    <p:sldMasterId id="2147483679" r:id="rId4"/>
    <p:sldMasterId id="2147483682" r:id="rId5"/>
  </p:sldMasterIdLst>
  <p:notesMasterIdLst>
    <p:notesMasterId r:id="rId24"/>
  </p:notesMasterIdLst>
  <p:sldIdLst>
    <p:sldId id="264" r:id="rId6"/>
    <p:sldId id="257" r:id="rId7"/>
    <p:sldId id="270" r:id="rId8"/>
    <p:sldId id="258" r:id="rId9"/>
    <p:sldId id="262" r:id="rId10"/>
    <p:sldId id="271" r:id="rId11"/>
    <p:sldId id="265" r:id="rId12"/>
    <p:sldId id="266" r:id="rId13"/>
    <p:sldId id="267" r:id="rId14"/>
    <p:sldId id="272" r:id="rId15"/>
    <p:sldId id="273" r:id="rId16"/>
    <p:sldId id="268" r:id="rId17"/>
    <p:sldId id="274" r:id="rId18"/>
    <p:sldId id="269" r:id="rId19"/>
    <p:sldId id="275" r:id="rId20"/>
    <p:sldId id="276" r:id="rId21"/>
    <p:sldId id="277" r:id="rId22"/>
    <p:sldId id="278" r:id="rId23"/>
  </p:sldIdLst>
  <p:sldSz cx="12192000" cy="6858000"/>
  <p:notesSz cx="6858000" cy="12192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6" d="100"/>
          <a:sy n="86" d="100"/>
        </p:scale>
        <p:origin x="14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72195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E4EA6-8D6A-9334-3035-5EC9D84ACF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64A776-F246-6433-1FB7-EBB96DE8D4F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9158BA7-0AA2-D577-22C6-216F12872C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2C1870-1C04-01DA-E526-444D761C1B7B}"/>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7229832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D590A-6A3D-A8DF-587B-BB850D3408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E4A324-150C-E477-DE39-1238BD99A8A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273FBA3-0F45-E83E-7499-8BEF9E28F5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9E178D-7584-175D-CCF9-F8BE4FC00877}"/>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1418760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766"/>
        <p:cNvGrpSpPr/>
        <p:nvPr/>
      </p:nvGrpSpPr>
      <p:grpSpPr>
        <a:xfrm>
          <a:off x="0" y="0"/>
          <a:ext cx="0" cy="0"/>
          <a:chOff x="0" y="0"/>
          <a:chExt cx="0" cy="0"/>
        </a:xfrm>
      </p:grpSpPr>
      <p:sp>
        <p:nvSpPr>
          <p:cNvPr id="767" name="Google Shape;767;p3"/>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768" name="Google Shape;768;p3"/>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406400" algn="l" rtl="0">
              <a:lnSpc>
                <a:spcPct val="90000"/>
              </a:lnSpc>
              <a:spcBef>
                <a:spcPts val="1000"/>
              </a:spcBef>
              <a:spcAft>
                <a:spcPts val="0"/>
              </a:spcAft>
              <a:buClr>
                <a:schemeClr val="dk1"/>
              </a:buClr>
              <a:buSzPts val="2800"/>
              <a:buChar char="•"/>
              <a:defRPr>
                <a:latin typeface="Avenir"/>
                <a:ea typeface="Avenir"/>
                <a:cs typeface="Avenir"/>
                <a:sym typeface="Avenir"/>
              </a:defRPr>
            </a:lvl1pPr>
            <a:lvl2pPr marL="914400" lvl="1" indent="-381000" algn="l" rtl="0">
              <a:lnSpc>
                <a:spcPct val="90000"/>
              </a:lnSpc>
              <a:spcBef>
                <a:spcPts val="500"/>
              </a:spcBef>
              <a:spcAft>
                <a:spcPts val="0"/>
              </a:spcAft>
              <a:buClr>
                <a:schemeClr val="dk1"/>
              </a:buClr>
              <a:buSzPts val="2400"/>
              <a:buChar char="•"/>
              <a:defRPr>
                <a:latin typeface="Avenir"/>
                <a:ea typeface="Avenir"/>
                <a:cs typeface="Avenir"/>
                <a:sym typeface="Avenir"/>
              </a:defRPr>
            </a:lvl2pPr>
            <a:lvl3pPr marL="1371600" lvl="2" indent="-355600" algn="l" rtl="0">
              <a:lnSpc>
                <a:spcPct val="90000"/>
              </a:lnSpc>
              <a:spcBef>
                <a:spcPts val="500"/>
              </a:spcBef>
              <a:spcAft>
                <a:spcPts val="0"/>
              </a:spcAft>
              <a:buClr>
                <a:schemeClr val="dk1"/>
              </a:buClr>
              <a:buSzPts val="2000"/>
              <a:buChar char="•"/>
              <a:defRPr>
                <a:latin typeface="Avenir"/>
                <a:ea typeface="Avenir"/>
                <a:cs typeface="Avenir"/>
                <a:sym typeface="Avenir"/>
              </a:defRPr>
            </a:lvl3pPr>
            <a:lvl4pPr marL="1828800" lvl="3" indent="-342900" algn="l" rtl="0">
              <a:lnSpc>
                <a:spcPct val="90000"/>
              </a:lnSpc>
              <a:spcBef>
                <a:spcPts val="500"/>
              </a:spcBef>
              <a:spcAft>
                <a:spcPts val="0"/>
              </a:spcAft>
              <a:buClr>
                <a:schemeClr val="dk1"/>
              </a:buClr>
              <a:buSzPts val="1800"/>
              <a:buChar char="•"/>
              <a:defRPr>
                <a:latin typeface="Avenir"/>
                <a:ea typeface="Avenir"/>
                <a:cs typeface="Avenir"/>
                <a:sym typeface="Avenir"/>
              </a:defRPr>
            </a:lvl4pPr>
            <a:lvl5pPr marL="2286000" lvl="4" indent="-342900" algn="l" rtl="0">
              <a:lnSpc>
                <a:spcPct val="90000"/>
              </a:lnSpc>
              <a:spcBef>
                <a:spcPts val="500"/>
              </a:spcBef>
              <a:spcAft>
                <a:spcPts val="0"/>
              </a:spcAft>
              <a:buClr>
                <a:schemeClr val="dk1"/>
              </a:buClr>
              <a:buSzPts val="1800"/>
              <a:buChar char="•"/>
              <a:defRPr>
                <a:latin typeface="Avenir"/>
                <a:ea typeface="Avenir"/>
                <a:cs typeface="Avenir"/>
                <a:sym typeface="Aveni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769" name="Google Shape;769;p3"/>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0" name="Google Shape;770;p3"/>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1" name="Google Shape;771;p3"/>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176372518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772"/>
        <p:cNvGrpSpPr/>
        <p:nvPr/>
      </p:nvGrpSpPr>
      <p:grpSpPr>
        <a:xfrm>
          <a:off x="0" y="0"/>
          <a:ext cx="0" cy="0"/>
          <a:chOff x="0" y="0"/>
          <a:chExt cx="0" cy="0"/>
        </a:xfrm>
      </p:grpSpPr>
      <p:sp>
        <p:nvSpPr>
          <p:cNvPr id="773" name="Google Shape;773;p4"/>
          <p:cNvSpPr txBox="1">
            <a:spLocks noGrp="1"/>
          </p:cNvSpPr>
          <p:nvPr>
            <p:ph type="title"/>
          </p:nvPr>
        </p:nvSpPr>
        <p:spPr>
          <a:xfrm>
            <a:off x="831851" y="1709740"/>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774" name="Google Shape;774;p4"/>
          <p:cNvSpPr txBox="1">
            <a:spLocks noGrp="1"/>
          </p:cNvSpPr>
          <p:nvPr>
            <p:ph type="body" idx="1"/>
          </p:nvPr>
        </p:nvSpPr>
        <p:spPr>
          <a:xfrm>
            <a:off x="831851" y="4589465"/>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888888"/>
              </a:buClr>
              <a:buSzPts val="2400"/>
              <a:buNone/>
              <a:defRPr sz="2400">
                <a:solidFill>
                  <a:srgbClr val="888888"/>
                </a:solidFill>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pPr lvl="0"/>
            <a:r>
              <a:rPr lang="en-US"/>
              <a:t>Click to edit Master text styles</a:t>
            </a:r>
          </a:p>
        </p:txBody>
      </p:sp>
      <p:sp>
        <p:nvSpPr>
          <p:cNvPr id="775" name="Google Shape;775;p4"/>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6" name="Google Shape;776;p4"/>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7" name="Google Shape;777;p4"/>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1797675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778"/>
        <p:cNvGrpSpPr/>
        <p:nvPr/>
      </p:nvGrpSpPr>
      <p:grpSpPr>
        <a:xfrm>
          <a:off x="0" y="0"/>
          <a:ext cx="0" cy="0"/>
          <a:chOff x="0" y="0"/>
          <a:chExt cx="0" cy="0"/>
        </a:xfrm>
      </p:grpSpPr>
      <p:sp>
        <p:nvSpPr>
          <p:cNvPr id="779" name="Google Shape;779;p5"/>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780" name="Google Shape;780;p5"/>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781" name="Google Shape;781;p5"/>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782" name="Google Shape;782;p5"/>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3" name="Google Shape;783;p5"/>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4" name="Google Shape;784;p5"/>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150728483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785"/>
        <p:cNvGrpSpPr/>
        <p:nvPr/>
      </p:nvGrpSpPr>
      <p:grpSpPr>
        <a:xfrm>
          <a:off x="0" y="0"/>
          <a:ext cx="0" cy="0"/>
          <a:chOff x="0" y="0"/>
          <a:chExt cx="0" cy="0"/>
        </a:xfrm>
      </p:grpSpPr>
      <p:sp>
        <p:nvSpPr>
          <p:cNvPr id="786" name="Google Shape;786;p6"/>
          <p:cNvSpPr txBox="1">
            <a:spLocks noGrp="1"/>
          </p:cNvSpPr>
          <p:nvPr>
            <p:ph type="title"/>
          </p:nvPr>
        </p:nvSpPr>
        <p:spPr>
          <a:xfrm>
            <a:off x="839788"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787" name="Google Shape;787;p6"/>
          <p:cNvSpPr txBox="1">
            <a:spLocks noGrp="1"/>
          </p:cNvSpPr>
          <p:nvPr>
            <p:ph type="body" idx="1"/>
          </p:nvPr>
        </p:nvSpPr>
        <p:spPr>
          <a:xfrm>
            <a:off x="839789"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788" name="Google Shape;788;p6"/>
          <p:cNvSpPr txBox="1">
            <a:spLocks noGrp="1"/>
          </p:cNvSpPr>
          <p:nvPr>
            <p:ph type="body" idx="2"/>
          </p:nvPr>
        </p:nvSpPr>
        <p:spPr>
          <a:xfrm>
            <a:off x="839789"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789" name="Google Shape;789;p6"/>
          <p:cNvSpPr txBox="1">
            <a:spLocks noGrp="1"/>
          </p:cNvSpPr>
          <p:nvPr>
            <p:ph type="body" idx="3"/>
          </p:nvPr>
        </p:nvSpPr>
        <p:spPr>
          <a:xfrm>
            <a:off x="6172201"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790" name="Google Shape;790;p6"/>
          <p:cNvSpPr txBox="1">
            <a:spLocks noGrp="1"/>
          </p:cNvSpPr>
          <p:nvPr>
            <p:ph type="body" idx="4"/>
          </p:nvPr>
        </p:nvSpPr>
        <p:spPr>
          <a:xfrm>
            <a:off x="6172201"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791" name="Google Shape;791;p6"/>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2" name="Google Shape;792;p6"/>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3" name="Google Shape;793;p6"/>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6975817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794"/>
        <p:cNvGrpSpPr/>
        <p:nvPr/>
      </p:nvGrpSpPr>
      <p:grpSpPr>
        <a:xfrm>
          <a:off x="0" y="0"/>
          <a:ext cx="0" cy="0"/>
          <a:chOff x="0" y="0"/>
          <a:chExt cx="0" cy="0"/>
        </a:xfrm>
      </p:grpSpPr>
      <p:sp>
        <p:nvSpPr>
          <p:cNvPr id="795" name="Google Shape;795;p7"/>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796" name="Google Shape;796;p7"/>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7" name="Google Shape;797;p7"/>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8" name="Google Shape;798;p7"/>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27806498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99"/>
        <p:cNvGrpSpPr/>
        <p:nvPr/>
      </p:nvGrpSpPr>
      <p:grpSpPr>
        <a:xfrm>
          <a:off x="0" y="0"/>
          <a:ext cx="0" cy="0"/>
          <a:chOff x="0" y="0"/>
          <a:chExt cx="0" cy="0"/>
        </a:xfrm>
      </p:grpSpPr>
      <p:sp>
        <p:nvSpPr>
          <p:cNvPr id="800" name="Google Shape;800;p8"/>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1" name="Google Shape;801;p8"/>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2" name="Google Shape;802;p8"/>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97401408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803"/>
        <p:cNvGrpSpPr/>
        <p:nvPr/>
      </p:nvGrpSpPr>
      <p:grpSpPr>
        <a:xfrm>
          <a:off x="0" y="0"/>
          <a:ext cx="0" cy="0"/>
          <a:chOff x="0" y="0"/>
          <a:chExt cx="0" cy="0"/>
        </a:xfrm>
      </p:grpSpPr>
      <p:sp>
        <p:nvSpPr>
          <p:cNvPr id="804" name="Google Shape;804;p9"/>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05" name="Google Shape;805;p9"/>
          <p:cNvSpPr txBox="1">
            <a:spLocks noGrp="1"/>
          </p:cNvSpPr>
          <p:nvPr>
            <p:ph type="body" idx="1"/>
          </p:nvPr>
        </p:nvSpPr>
        <p:spPr>
          <a:xfrm>
            <a:off x="5183188" y="987427"/>
            <a:ext cx="6172200" cy="4873500"/>
          </a:xfrm>
          <a:prstGeom prst="rect">
            <a:avLst/>
          </a:prstGeom>
          <a:noFill/>
          <a:ln>
            <a:noFill/>
          </a:ln>
        </p:spPr>
        <p:txBody>
          <a:bodyPr spcFirstLastPara="1" wrap="square" lIns="91425" tIns="45700" rIns="91425" bIns="45700" anchor="t" anchorCtr="0">
            <a:normAutofit/>
          </a:bodyPr>
          <a:lstStyle>
            <a:lvl1pPr marL="457200" lvl="0" indent="-431800" algn="l" rtl="0">
              <a:lnSpc>
                <a:spcPct val="90000"/>
              </a:lnSpc>
              <a:spcBef>
                <a:spcPts val="1000"/>
              </a:spcBef>
              <a:spcAft>
                <a:spcPts val="0"/>
              </a:spcAft>
              <a:buClr>
                <a:schemeClr val="dk1"/>
              </a:buClr>
              <a:buSzPts val="3200"/>
              <a:buChar char="•"/>
              <a:defRPr sz="3200"/>
            </a:lvl1pPr>
            <a:lvl2pPr marL="914400" lvl="1" indent="-406400" algn="l" rtl="0">
              <a:lnSpc>
                <a:spcPct val="90000"/>
              </a:lnSpc>
              <a:spcBef>
                <a:spcPts val="500"/>
              </a:spcBef>
              <a:spcAft>
                <a:spcPts val="0"/>
              </a:spcAft>
              <a:buClr>
                <a:schemeClr val="dk1"/>
              </a:buClr>
              <a:buSzPts val="2800"/>
              <a:buChar char="•"/>
              <a:defRPr sz="2800"/>
            </a:lvl2pPr>
            <a:lvl3pPr marL="1371600" lvl="2" indent="-381000" algn="l" rtl="0">
              <a:lnSpc>
                <a:spcPct val="90000"/>
              </a:lnSpc>
              <a:spcBef>
                <a:spcPts val="500"/>
              </a:spcBef>
              <a:spcAft>
                <a:spcPts val="0"/>
              </a:spcAft>
              <a:buClr>
                <a:schemeClr val="dk1"/>
              </a:buClr>
              <a:buSzPts val="2400"/>
              <a:buChar char="•"/>
              <a:defRPr sz="2400"/>
            </a:lvl3pPr>
            <a:lvl4pPr marL="1828800" lvl="3" indent="-355600" algn="l" rtl="0">
              <a:lnSpc>
                <a:spcPct val="90000"/>
              </a:lnSpc>
              <a:spcBef>
                <a:spcPts val="500"/>
              </a:spcBef>
              <a:spcAft>
                <a:spcPts val="0"/>
              </a:spcAft>
              <a:buClr>
                <a:schemeClr val="dk1"/>
              </a:buClr>
              <a:buSzPts val="2000"/>
              <a:buChar char="•"/>
              <a:defRPr sz="2000"/>
            </a:lvl4pPr>
            <a:lvl5pPr marL="2286000" lvl="4" indent="-355600" algn="l" rtl="0">
              <a:lnSpc>
                <a:spcPct val="90000"/>
              </a:lnSpc>
              <a:spcBef>
                <a:spcPts val="500"/>
              </a:spcBef>
              <a:spcAft>
                <a:spcPts val="0"/>
              </a:spcAft>
              <a:buClr>
                <a:schemeClr val="dk1"/>
              </a:buClr>
              <a:buSzPts val="2000"/>
              <a:buChar char="•"/>
              <a:defRPr sz="2000"/>
            </a:lvl5pPr>
            <a:lvl6pPr marL="2743200" lvl="5" indent="-355600" algn="l" rtl="0">
              <a:lnSpc>
                <a:spcPct val="90000"/>
              </a:lnSpc>
              <a:spcBef>
                <a:spcPts val="500"/>
              </a:spcBef>
              <a:spcAft>
                <a:spcPts val="0"/>
              </a:spcAft>
              <a:buClr>
                <a:schemeClr val="dk1"/>
              </a:buClr>
              <a:buSzPts val="2000"/>
              <a:buChar char="•"/>
              <a:defRPr sz="2000"/>
            </a:lvl6pPr>
            <a:lvl7pPr marL="3200400" lvl="6" indent="-355600" algn="l" rtl="0">
              <a:lnSpc>
                <a:spcPct val="90000"/>
              </a:lnSpc>
              <a:spcBef>
                <a:spcPts val="500"/>
              </a:spcBef>
              <a:spcAft>
                <a:spcPts val="0"/>
              </a:spcAft>
              <a:buClr>
                <a:schemeClr val="dk1"/>
              </a:buClr>
              <a:buSzPts val="2000"/>
              <a:buChar char="•"/>
              <a:defRPr sz="2000"/>
            </a:lvl7pPr>
            <a:lvl8pPr marL="3657600" lvl="7" indent="-355600" algn="l" rtl="0">
              <a:lnSpc>
                <a:spcPct val="90000"/>
              </a:lnSpc>
              <a:spcBef>
                <a:spcPts val="500"/>
              </a:spcBef>
              <a:spcAft>
                <a:spcPts val="0"/>
              </a:spcAft>
              <a:buClr>
                <a:schemeClr val="dk1"/>
              </a:buClr>
              <a:buSzPts val="2000"/>
              <a:buChar char="•"/>
              <a:defRPr sz="2000"/>
            </a:lvl8pPr>
            <a:lvl9pPr marL="4114800" lvl="8" indent="-355600" algn="l" rtl="0">
              <a:lnSpc>
                <a:spcPct val="90000"/>
              </a:lnSpc>
              <a:spcBef>
                <a:spcPts val="500"/>
              </a:spcBef>
              <a:spcAft>
                <a:spcPts val="0"/>
              </a:spcAft>
              <a:buClr>
                <a:schemeClr val="dk1"/>
              </a:buClr>
              <a:buSzPts val="2000"/>
              <a:buChar char="•"/>
              <a:defRPr sz="2000"/>
            </a:lvl9pPr>
          </a:lstStyle>
          <a:p>
            <a:pPr lvl="0"/>
            <a:r>
              <a:rPr lang="en-US"/>
              <a:t>Click to edit Master text styles</a:t>
            </a:r>
          </a:p>
        </p:txBody>
      </p:sp>
      <p:sp>
        <p:nvSpPr>
          <p:cNvPr id="806" name="Google Shape;806;p9"/>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807" name="Google Shape;807;p9"/>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8" name="Google Shape;808;p9"/>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9" name="Google Shape;809;p9"/>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2362659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810"/>
        <p:cNvGrpSpPr/>
        <p:nvPr/>
      </p:nvGrpSpPr>
      <p:grpSpPr>
        <a:xfrm>
          <a:off x="0" y="0"/>
          <a:ext cx="0" cy="0"/>
          <a:chOff x="0" y="0"/>
          <a:chExt cx="0" cy="0"/>
        </a:xfrm>
      </p:grpSpPr>
      <p:sp>
        <p:nvSpPr>
          <p:cNvPr id="811" name="Google Shape;811;p10"/>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12" name="Google Shape;812;p10"/>
          <p:cNvSpPr>
            <a:spLocks noGrp="1"/>
          </p:cNvSpPr>
          <p:nvPr>
            <p:ph type="pic" idx="2"/>
          </p:nvPr>
        </p:nvSpPr>
        <p:spPr>
          <a:xfrm>
            <a:off x="5183188" y="987427"/>
            <a:ext cx="6172200" cy="4873500"/>
          </a:xfrm>
          <a:prstGeom prst="rect">
            <a:avLst/>
          </a:prstGeom>
          <a:noFill/>
          <a:ln>
            <a:noFill/>
          </a:ln>
        </p:spPr>
        <p:txBody>
          <a:bodyPr/>
          <a:lstStyle/>
          <a:p>
            <a:endParaRPr lang="en-IN"/>
          </a:p>
        </p:txBody>
      </p:sp>
      <p:sp>
        <p:nvSpPr>
          <p:cNvPr id="813" name="Google Shape;813;p10"/>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814" name="Google Shape;814;p10"/>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5" name="Google Shape;815;p10"/>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6" name="Google Shape;816;p10"/>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18522331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817"/>
        <p:cNvGrpSpPr/>
        <p:nvPr/>
      </p:nvGrpSpPr>
      <p:grpSpPr>
        <a:xfrm>
          <a:off x="0" y="0"/>
          <a:ext cx="0" cy="0"/>
          <a:chOff x="0" y="0"/>
          <a:chExt cx="0" cy="0"/>
        </a:xfrm>
      </p:grpSpPr>
      <p:sp>
        <p:nvSpPr>
          <p:cNvPr id="818" name="Google Shape;818;p11"/>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19" name="Google Shape;819;p11"/>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820" name="Google Shape;820;p1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1" name="Google Shape;821;p1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2" name="Google Shape;822;p1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47264369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823"/>
        <p:cNvGrpSpPr/>
        <p:nvPr/>
      </p:nvGrpSpPr>
      <p:grpSpPr>
        <a:xfrm>
          <a:off x="0" y="0"/>
          <a:ext cx="0" cy="0"/>
          <a:chOff x="0" y="0"/>
          <a:chExt cx="0" cy="0"/>
        </a:xfrm>
      </p:grpSpPr>
      <p:sp>
        <p:nvSpPr>
          <p:cNvPr id="824" name="Google Shape;824;p12"/>
          <p:cNvSpPr txBox="1">
            <a:spLocks noGrp="1"/>
          </p:cNvSpPr>
          <p:nvPr>
            <p:ph type="title"/>
          </p:nvPr>
        </p:nvSpPr>
        <p:spPr>
          <a:xfrm rot="5400000">
            <a:off x="7133401" y="1956625"/>
            <a:ext cx="5811900" cy="2628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25" name="Google Shape;825;p12"/>
          <p:cNvSpPr txBox="1">
            <a:spLocks noGrp="1"/>
          </p:cNvSpPr>
          <p:nvPr>
            <p:ph type="body" idx="1"/>
          </p:nvPr>
        </p:nvSpPr>
        <p:spPr>
          <a:xfrm rot="5400000">
            <a:off x="1799401"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826" name="Google Shape;826;p1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7" name="Google Shape;827;p1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8" name="Google Shape;828;p1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21711474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829"/>
        <p:cNvGrpSpPr/>
        <p:nvPr/>
      </p:nvGrpSpPr>
      <p:grpSpPr>
        <a:xfrm>
          <a:off x="0" y="0"/>
          <a:ext cx="0" cy="0"/>
          <a:chOff x="0" y="0"/>
          <a:chExt cx="0" cy="0"/>
        </a:xfrm>
      </p:grpSpPr>
      <p:sp>
        <p:nvSpPr>
          <p:cNvPr id="830" name="Google Shape;830;p13"/>
          <p:cNvSpPr txBox="1">
            <a:spLocks noGrp="1"/>
          </p:cNvSpPr>
          <p:nvPr>
            <p:ph type="title"/>
          </p:nvPr>
        </p:nvSpPr>
        <p:spPr>
          <a:xfrm>
            <a:off x="838091" y="365084"/>
            <a:ext cx="10515900" cy="831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3599"/>
              <a:buFont typeface="Poppins"/>
              <a:buNone/>
              <a:defRPr sz="3599"/>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Tree>
    <p:extLst>
      <p:ext uri="{BB962C8B-B14F-4D97-AF65-F5344CB8AC3E}">
        <p14:creationId xmlns:p14="http://schemas.microsoft.com/office/powerpoint/2010/main" val="1941008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831"/>
        <p:cNvGrpSpPr/>
        <p:nvPr/>
      </p:nvGrpSpPr>
      <p:grpSpPr>
        <a:xfrm>
          <a:off x="0" y="0"/>
          <a:ext cx="0" cy="0"/>
          <a:chOff x="0" y="0"/>
          <a:chExt cx="0" cy="0"/>
        </a:xfrm>
      </p:grpSpPr>
    </p:spTree>
    <p:extLst>
      <p:ext uri="{BB962C8B-B14F-4D97-AF65-F5344CB8AC3E}">
        <p14:creationId xmlns:p14="http://schemas.microsoft.com/office/powerpoint/2010/main" val="182437753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6682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Shape 841"/>
        <p:cNvGrpSpPr/>
        <p:nvPr/>
      </p:nvGrpSpPr>
      <p:grpSpPr>
        <a:xfrm>
          <a:off x="0" y="0"/>
          <a:ext cx="0" cy="0"/>
          <a:chOff x="0" y="0"/>
          <a:chExt cx="0" cy="0"/>
        </a:xfrm>
      </p:grpSpPr>
      <p:sp>
        <p:nvSpPr>
          <p:cNvPr id="842" name="Google Shape;842;p16"/>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43" name="Google Shape;843;p16"/>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406400" algn="l" rtl="0">
              <a:lnSpc>
                <a:spcPct val="90000"/>
              </a:lnSpc>
              <a:spcBef>
                <a:spcPts val="1000"/>
              </a:spcBef>
              <a:spcAft>
                <a:spcPts val="0"/>
              </a:spcAft>
              <a:buClr>
                <a:schemeClr val="dk1"/>
              </a:buClr>
              <a:buSzPts val="2800"/>
              <a:buChar char="•"/>
              <a:defRPr>
                <a:latin typeface="Avenir"/>
                <a:ea typeface="Avenir"/>
                <a:cs typeface="Avenir"/>
                <a:sym typeface="Avenir"/>
              </a:defRPr>
            </a:lvl1pPr>
            <a:lvl2pPr marL="914400" lvl="1" indent="-381000" algn="l" rtl="0">
              <a:lnSpc>
                <a:spcPct val="90000"/>
              </a:lnSpc>
              <a:spcBef>
                <a:spcPts val="500"/>
              </a:spcBef>
              <a:spcAft>
                <a:spcPts val="0"/>
              </a:spcAft>
              <a:buClr>
                <a:schemeClr val="dk1"/>
              </a:buClr>
              <a:buSzPts val="2400"/>
              <a:buChar char="•"/>
              <a:defRPr>
                <a:latin typeface="Avenir"/>
                <a:ea typeface="Avenir"/>
                <a:cs typeface="Avenir"/>
                <a:sym typeface="Avenir"/>
              </a:defRPr>
            </a:lvl2pPr>
            <a:lvl3pPr marL="1371600" lvl="2" indent="-355600" algn="l" rtl="0">
              <a:lnSpc>
                <a:spcPct val="90000"/>
              </a:lnSpc>
              <a:spcBef>
                <a:spcPts val="500"/>
              </a:spcBef>
              <a:spcAft>
                <a:spcPts val="0"/>
              </a:spcAft>
              <a:buClr>
                <a:schemeClr val="dk1"/>
              </a:buClr>
              <a:buSzPts val="2000"/>
              <a:buChar char="•"/>
              <a:defRPr>
                <a:latin typeface="Avenir"/>
                <a:ea typeface="Avenir"/>
                <a:cs typeface="Avenir"/>
                <a:sym typeface="Avenir"/>
              </a:defRPr>
            </a:lvl3pPr>
            <a:lvl4pPr marL="1828800" lvl="3" indent="-342900" algn="l" rtl="0">
              <a:lnSpc>
                <a:spcPct val="90000"/>
              </a:lnSpc>
              <a:spcBef>
                <a:spcPts val="500"/>
              </a:spcBef>
              <a:spcAft>
                <a:spcPts val="0"/>
              </a:spcAft>
              <a:buClr>
                <a:schemeClr val="dk1"/>
              </a:buClr>
              <a:buSzPts val="1800"/>
              <a:buChar char="•"/>
              <a:defRPr>
                <a:latin typeface="Avenir"/>
                <a:ea typeface="Avenir"/>
                <a:cs typeface="Avenir"/>
                <a:sym typeface="Avenir"/>
              </a:defRPr>
            </a:lvl4pPr>
            <a:lvl5pPr marL="2286000" lvl="4" indent="-342900" algn="l" rtl="0">
              <a:lnSpc>
                <a:spcPct val="90000"/>
              </a:lnSpc>
              <a:spcBef>
                <a:spcPts val="500"/>
              </a:spcBef>
              <a:spcAft>
                <a:spcPts val="0"/>
              </a:spcAft>
              <a:buClr>
                <a:schemeClr val="dk1"/>
              </a:buClr>
              <a:buSzPts val="1800"/>
              <a:buChar char="•"/>
              <a:defRPr>
                <a:latin typeface="Avenir"/>
                <a:ea typeface="Avenir"/>
                <a:cs typeface="Avenir"/>
                <a:sym typeface="Aveni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844" name="Google Shape;844;p16"/>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5" name="Google Shape;845;p16"/>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6" name="Google Shape;846;p16"/>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5127144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reserve="1">
  <p:cSld name="Title Slide">
    <p:spTree>
      <p:nvGrpSpPr>
        <p:cNvPr id="1" name="Shape 847"/>
        <p:cNvGrpSpPr/>
        <p:nvPr/>
      </p:nvGrpSpPr>
      <p:grpSpPr>
        <a:xfrm>
          <a:off x="0" y="0"/>
          <a:ext cx="0" cy="0"/>
          <a:chOff x="0" y="0"/>
          <a:chExt cx="0" cy="0"/>
        </a:xfrm>
      </p:grpSpPr>
      <p:sp>
        <p:nvSpPr>
          <p:cNvPr id="848" name="Google Shape;848;p1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49" name="Google Shape;849;p1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dk1"/>
              </a:buClr>
              <a:buSzPts val="2400"/>
              <a:buNone/>
              <a:defRPr sz="2400"/>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r>
              <a:rPr lang="en-US"/>
              <a:t>Click to edit Master subtitle style</a:t>
            </a:r>
            <a:endParaRPr/>
          </a:p>
        </p:txBody>
      </p:sp>
      <p:sp>
        <p:nvSpPr>
          <p:cNvPr id="850" name="Google Shape;850;p17"/>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1" name="Google Shape;851;p17"/>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2" name="Google Shape;852;p17"/>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672530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reserve="1">
  <p:cSld name="Section Header">
    <p:spTree>
      <p:nvGrpSpPr>
        <p:cNvPr id="1" name="Shape 853"/>
        <p:cNvGrpSpPr/>
        <p:nvPr/>
      </p:nvGrpSpPr>
      <p:grpSpPr>
        <a:xfrm>
          <a:off x="0" y="0"/>
          <a:ext cx="0" cy="0"/>
          <a:chOff x="0" y="0"/>
          <a:chExt cx="0" cy="0"/>
        </a:xfrm>
      </p:grpSpPr>
      <p:sp>
        <p:nvSpPr>
          <p:cNvPr id="854" name="Google Shape;854;p18"/>
          <p:cNvSpPr txBox="1">
            <a:spLocks noGrp="1"/>
          </p:cNvSpPr>
          <p:nvPr>
            <p:ph type="title"/>
          </p:nvPr>
        </p:nvSpPr>
        <p:spPr>
          <a:xfrm>
            <a:off x="831851" y="1709740"/>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55" name="Google Shape;855;p18"/>
          <p:cNvSpPr txBox="1">
            <a:spLocks noGrp="1"/>
          </p:cNvSpPr>
          <p:nvPr>
            <p:ph type="body" idx="1"/>
          </p:nvPr>
        </p:nvSpPr>
        <p:spPr>
          <a:xfrm>
            <a:off x="831851" y="4589465"/>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888888"/>
              </a:buClr>
              <a:buSzPts val="2400"/>
              <a:buNone/>
              <a:defRPr sz="2400">
                <a:solidFill>
                  <a:srgbClr val="888888"/>
                </a:solidFill>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pPr lvl="0"/>
            <a:r>
              <a:rPr lang="en-US"/>
              <a:t>Click to edit Master text styles</a:t>
            </a:r>
          </a:p>
        </p:txBody>
      </p:sp>
      <p:sp>
        <p:nvSpPr>
          <p:cNvPr id="856" name="Google Shape;856;p18"/>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7" name="Google Shape;857;p18"/>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8" name="Google Shape;858;p18"/>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19048251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wo Content" type="twoObj" preserve="1">
  <p:cSld name="Two Content">
    <p:spTree>
      <p:nvGrpSpPr>
        <p:cNvPr id="1" name="Shape 859"/>
        <p:cNvGrpSpPr/>
        <p:nvPr/>
      </p:nvGrpSpPr>
      <p:grpSpPr>
        <a:xfrm>
          <a:off x="0" y="0"/>
          <a:ext cx="0" cy="0"/>
          <a:chOff x="0" y="0"/>
          <a:chExt cx="0" cy="0"/>
        </a:xfrm>
      </p:grpSpPr>
      <p:sp>
        <p:nvSpPr>
          <p:cNvPr id="860" name="Google Shape;860;p19"/>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61" name="Google Shape;861;p19"/>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862" name="Google Shape;862;p19"/>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863" name="Google Shape;863;p19"/>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64" name="Google Shape;864;p19"/>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65" name="Google Shape;865;p19"/>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2981068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mparison" type="twoTxTwoObj" preserve="1">
  <p:cSld name="Comparison">
    <p:spTree>
      <p:nvGrpSpPr>
        <p:cNvPr id="1" name="Shape 866"/>
        <p:cNvGrpSpPr/>
        <p:nvPr/>
      </p:nvGrpSpPr>
      <p:grpSpPr>
        <a:xfrm>
          <a:off x="0" y="0"/>
          <a:ext cx="0" cy="0"/>
          <a:chOff x="0" y="0"/>
          <a:chExt cx="0" cy="0"/>
        </a:xfrm>
      </p:grpSpPr>
      <p:sp>
        <p:nvSpPr>
          <p:cNvPr id="867" name="Google Shape;867;p20"/>
          <p:cNvSpPr txBox="1">
            <a:spLocks noGrp="1"/>
          </p:cNvSpPr>
          <p:nvPr>
            <p:ph type="title"/>
          </p:nvPr>
        </p:nvSpPr>
        <p:spPr>
          <a:xfrm>
            <a:off x="839788"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68" name="Google Shape;868;p20"/>
          <p:cNvSpPr txBox="1">
            <a:spLocks noGrp="1"/>
          </p:cNvSpPr>
          <p:nvPr>
            <p:ph type="body" idx="1"/>
          </p:nvPr>
        </p:nvSpPr>
        <p:spPr>
          <a:xfrm>
            <a:off x="839789"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869" name="Google Shape;869;p20"/>
          <p:cNvSpPr txBox="1">
            <a:spLocks noGrp="1"/>
          </p:cNvSpPr>
          <p:nvPr>
            <p:ph type="body" idx="2"/>
          </p:nvPr>
        </p:nvSpPr>
        <p:spPr>
          <a:xfrm>
            <a:off x="839789"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870" name="Google Shape;870;p20"/>
          <p:cNvSpPr txBox="1">
            <a:spLocks noGrp="1"/>
          </p:cNvSpPr>
          <p:nvPr>
            <p:ph type="body" idx="3"/>
          </p:nvPr>
        </p:nvSpPr>
        <p:spPr>
          <a:xfrm>
            <a:off x="6172201"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871" name="Google Shape;871;p20"/>
          <p:cNvSpPr txBox="1">
            <a:spLocks noGrp="1"/>
          </p:cNvSpPr>
          <p:nvPr>
            <p:ph type="body" idx="4"/>
          </p:nvPr>
        </p:nvSpPr>
        <p:spPr>
          <a:xfrm>
            <a:off x="6172201"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872" name="Google Shape;872;p20"/>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73" name="Google Shape;873;p20"/>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74" name="Google Shape;874;p20"/>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443353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reserve="1">
  <p:cSld name="Title Only">
    <p:spTree>
      <p:nvGrpSpPr>
        <p:cNvPr id="1" name="Shape 875"/>
        <p:cNvGrpSpPr/>
        <p:nvPr/>
      </p:nvGrpSpPr>
      <p:grpSpPr>
        <a:xfrm>
          <a:off x="0" y="0"/>
          <a:ext cx="0" cy="0"/>
          <a:chOff x="0" y="0"/>
          <a:chExt cx="0" cy="0"/>
        </a:xfrm>
      </p:grpSpPr>
      <p:sp>
        <p:nvSpPr>
          <p:cNvPr id="876" name="Google Shape;876;p21"/>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77" name="Google Shape;877;p2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78" name="Google Shape;878;p2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79" name="Google Shape;879;p2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4587634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reserve="1">
  <p:cSld name="Blank">
    <p:spTree>
      <p:nvGrpSpPr>
        <p:cNvPr id="1" name="Shape 880"/>
        <p:cNvGrpSpPr/>
        <p:nvPr/>
      </p:nvGrpSpPr>
      <p:grpSpPr>
        <a:xfrm>
          <a:off x="0" y="0"/>
          <a:ext cx="0" cy="0"/>
          <a:chOff x="0" y="0"/>
          <a:chExt cx="0" cy="0"/>
        </a:xfrm>
      </p:grpSpPr>
      <p:sp>
        <p:nvSpPr>
          <p:cNvPr id="881" name="Google Shape;881;p2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82" name="Google Shape;882;p2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83" name="Google Shape;883;p2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9413940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t with Caption" type="objTx" preserve="1">
  <p:cSld name="Content with Caption">
    <p:spTree>
      <p:nvGrpSpPr>
        <p:cNvPr id="1" name="Shape 884"/>
        <p:cNvGrpSpPr/>
        <p:nvPr/>
      </p:nvGrpSpPr>
      <p:grpSpPr>
        <a:xfrm>
          <a:off x="0" y="0"/>
          <a:ext cx="0" cy="0"/>
          <a:chOff x="0" y="0"/>
          <a:chExt cx="0" cy="0"/>
        </a:xfrm>
      </p:grpSpPr>
      <p:sp>
        <p:nvSpPr>
          <p:cNvPr id="885" name="Google Shape;885;p23"/>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86" name="Google Shape;886;p23"/>
          <p:cNvSpPr txBox="1">
            <a:spLocks noGrp="1"/>
          </p:cNvSpPr>
          <p:nvPr>
            <p:ph type="body" idx="1"/>
          </p:nvPr>
        </p:nvSpPr>
        <p:spPr>
          <a:xfrm>
            <a:off x="5183188" y="987427"/>
            <a:ext cx="6172200" cy="4873500"/>
          </a:xfrm>
          <a:prstGeom prst="rect">
            <a:avLst/>
          </a:prstGeom>
          <a:noFill/>
          <a:ln>
            <a:noFill/>
          </a:ln>
        </p:spPr>
        <p:txBody>
          <a:bodyPr spcFirstLastPara="1" wrap="square" lIns="91425" tIns="45700" rIns="91425" bIns="45700" anchor="t" anchorCtr="0">
            <a:normAutofit/>
          </a:bodyPr>
          <a:lstStyle>
            <a:lvl1pPr marL="457200" lvl="0" indent="-431800" algn="l" rtl="0">
              <a:lnSpc>
                <a:spcPct val="90000"/>
              </a:lnSpc>
              <a:spcBef>
                <a:spcPts val="1000"/>
              </a:spcBef>
              <a:spcAft>
                <a:spcPts val="0"/>
              </a:spcAft>
              <a:buClr>
                <a:schemeClr val="dk1"/>
              </a:buClr>
              <a:buSzPts val="3200"/>
              <a:buChar char="•"/>
              <a:defRPr sz="3200"/>
            </a:lvl1pPr>
            <a:lvl2pPr marL="914400" lvl="1" indent="-406400" algn="l" rtl="0">
              <a:lnSpc>
                <a:spcPct val="90000"/>
              </a:lnSpc>
              <a:spcBef>
                <a:spcPts val="500"/>
              </a:spcBef>
              <a:spcAft>
                <a:spcPts val="0"/>
              </a:spcAft>
              <a:buClr>
                <a:schemeClr val="dk1"/>
              </a:buClr>
              <a:buSzPts val="2800"/>
              <a:buChar char="•"/>
              <a:defRPr sz="2800"/>
            </a:lvl2pPr>
            <a:lvl3pPr marL="1371600" lvl="2" indent="-381000" algn="l" rtl="0">
              <a:lnSpc>
                <a:spcPct val="90000"/>
              </a:lnSpc>
              <a:spcBef>
                <a:spcPts val="500"/>
              </a:spcBef>
              <a:spcAft>
                <a:spcPts val="0"/>
              </a:spcAft>
              <a:buClr>
                <a:schemeClr val="dk1"/>
              </a:buClr>
              <a:buSzPts val="2400"/>
              <a:buChar char="•"/>
              <a:defRPr sz="2400"/>
            </a:lvl3pPr>
            <a:lvl4pPr marL="1828800" lvl="3" indent="-355600" algn="l" rtl="0">
              <a:lnSpc>
                <a:spcPct val="90000"/>
              </a:lnSpc>
              <a:spcBef>
                <a:spcPts val="500"/>
              </a:spcBef>
              <a:spcAft>
                <a:spcPts val="0"/>
              </a:spcAft>
              <a:buClr>
                <a:schemeClr val="dk1"/>
              </a:buClr>
              <a:buSzPts val="2000"/>
              <a:buChar char="•"/>
              <a:defRPr sz="2000"/>
            </a:lvl4pPr>
            <a:lvl5pPr marL="2286000" lvl="4" indent="-355600" algn="l" rtl="0">
              <a:lnSpc>
                <a:spcPct val="90000"/>
              </a:lnSpc>
              <a:spcBef>
                <a:spcPts val="500"/>
              </a:spcBef>
              <a:spcAft>
                <a:spcPts val="0"/>
              </a:spcAft>
              <a:buClr>
                <a:schemeClr val="dk1"/>
              </a:buClr>
              <a:buSzPts val="2000"/>
              <a:buChar char="•"/>
              <a:defRPr sz="2000"/>
            </a:lvl5pPr>
            <a:lvl6pPr marL="2743200" lvl="5" indent="-355600" algn="l" rtl="0">
              <a:lnSpc>
                <a:spcPct val="90000"/>
              </a:lnSpc>
              <a:spcBef>
                <a:spcPts val="500"/>
              </a:spcBef>
              <a:spcAft>
                <a:spcPts val="0"/>
              </a:spcAft>
              <a:buClr>
                <a:schemeClr val="dk1"/>
              </a:buClr>
              <a:buSzPts val="2000"/>
              <a:buChar char="•"/>
              <a:defRPr sz="2000"/>
            </a:lvl6pPr>
            <a:lvl7pPr marL="3200400" lvl="6" indent="-355600" algn="l" rtl="0">
              <a:lnSpc>
                <a:spcPct val="90000"/>
              </a:lnSpc>
              <a:spcBef>
                <a:spcPts val="500"/>
              </a:spcBef>
              <a:spcAft>
                <a:spcPts val="0"/>
              </a:spcAft>
              <a:buClr>
                <a:schemeClr val="dk1"/>
              </a:buClr>
              <a:buSzPts val="2000"/>
              <a:buChar char="•"/>
              <a:defRPr sz="2000"/>
            </a:lvl7pPr>
            <a:lvl8pPr marL="3657600" lvl="7" indent="-355600" algn="l" rtl="0">
              <a:lnSpc>
                <a:spcPct val="90000"/>
              </a:lnSpc>
              <a:spcBef>
                <a:spcPts val="500"/>
              </a:spcBef>
              <a:spcAft>
                <a:spcPts val="0"/>
              </a:spcAft>
              <a:buClr>
                <a:schemeClr val="dk1"/>
              </a:buClr>
              <a:buSzPts val="2000"/>
              <a:buChar char="•"/>
              <a:defRPr sz="2000"/>
            </a:lvl8pPr>
            <a:lvl9pPr marL="4114800" lvl="8" indent="-355600" algn="l" rtl="0">
              <a:lnSpc>
                <a:spcPct val="90000"/>
              </a:lnSpc>
              <a:spcBef>
                <a:spcPts val="500"/>
              </a:spcBef>
              <a:spcAft>
                <a:spcPts val="0"/>
              </a:spcAft>
              <a:buClr>
                <a:schemeClr val="dk1"/>
              </a:buClr>
              <a:buSzPts val="2000"/>
              <a:buChar char="•"/>
              <a:defRPr sz="2000"/>
            </a:lvl9pPr>
          </a:lstStyle>
          <a:p>
            <a:pPr lvl="0"/>
            <a:r>
              <a:rPr lang="en-US"/>
              <a:t>Click to edit Master text styles</a:t>
            </a:r>
          </a:p>
        </p:txBody>
      </p:sp>
      <p:sp>
        <p:nvSpPr>
          <p:cNvPr id="887" name="Google Shape;887;p23"/>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888" name="Google Shape;888;p23"/>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89" name="Google Shape;889;p23"/>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90" name="Google Shape;890;p23"/>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16080456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icture with Caption" type="picTx" preserve="1">
  <p:cSld name="Picture with Caption">
    <p:spTree>
      <p:nvGrpSpPr>
        <p:cNvPr id="1" name="Shape 891"/>
        <p:cNvGrpSpPr/>
        <p:nvPr/>
      </p:nvGrpSpPr>
      <p:grpSpPr>
        <a:xfrm>
          <a:off x="0" y="0"/>
          <a:ext cx="0" cy="0"/>
          <a:chOff x="0" y="0"/>
          <a:chExt cx="0" cy="0"/>
        </a:xfrm>
      </p:grpSpPr>
      <p:sp>
        <p:nvSpPr>
          <p:cNvPr id="892" name="Google Shape;892;p24"/>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93" name="Google Shape;893;p24"/>
          <p:cNvSpPr>
            <a:spLocks noGrp="1"/>
          </p:cNvSpPr>
          <p:nvPr>
            <p:ph type="pic" idx="2"/>
          </p:nvPr>
        </p:nvSpPr>
        <p:spPr>
          <a:xfrm>
            <a:off x="5183188" y="987427"/>
            <a:ext cx="6172200" cy="4873500"/>
          </a:xfrm>
          <a:prstGeom prst="rect">
            <a:avLst/>
          </a:prstGeom>
          <a:noFill/>
          <a:ln>
            <a:noFill/>
          </a:ln>
        </p:spPr>
        <p:txBody>
          <a:bodyPr/>
          <a:lstStyle/>
          <a:p>
            <a:endParaRPr lang="en-IN"/>
          </a:p>
        </p:txBody>
      </p:sp>
      <p:sp>
        <p:nvSpPr>
          <p:cNvPr id="894" name="Google Shape;894;p24"/>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895" name="Google Shape;895;p24"/>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96" name="Google Shape;896;p24"/>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97" name="Google Shape;897;p24"/>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86186496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Vertical Text" type="vertTx" preserve="1">
  <p:cSld name="Title and Vertical Text">
    <p:spTree>
      <p:nvGrpSpPr>
        <p:cNvPr id="1" name="Shape 898"/>
        <p:cNvGrpSpPr/>
        <p:nvPr/>
      </p:nvGrpSpPr>
      <p:grpSpPr>
        <a:xfrm>
          <a:off x="0" y="0"/>
          <a:ext cx="0" cy="0"/>
          <a:chOff x="0" y="0"/>
          <a:chExt cx="0" cy="0"/>
        </a:xfrm>
      </p:grpSpPr>
      <p:sp>
        <p:nvSpPr>
          <p:cNvPr id="899" name="Google Shape;899;p25"/>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00" name="Google Shape;900;p25"/>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901" name="Google Shape;901;p25"/>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2" name="Google Shape;902;p25"/>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3" name="Google Shape;903;p25"/>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1698515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Vertical Title and Text" type="vertTitleAndTx" preserve="1">
  <p:cSld name="Vertical Title and Text">
    <p:spTree>
      <p:nvGrpSpPr>
        <p:cNvPr id="1" name="Shape 904"/>
        <p:cNvGrpSpPr/>
        <p:nvPr/>
      </p:nvGrpSpPr>
      <p:grpSpPr>
        <a:xfrm>
          <a:off x="0" y="0"/>
          <a:ext cx="0" cy="0"/>
          <a:chOff x="0" y="0"/>
          <a:chExt cx="0" cy="0"/>
        </a:xfrm>
      </p:grpSpPr>
      <p:sp>
        <p:nvSpPr>
          <p:cNvPr id="905" name="Google Shape;905;p26"/>
          <p:cNvSpPr txBox="1">
            <a:spLocks noGrp="1"/>
          </p:cNvSpPr>
          <p:nvPr>
            <p:ph type="title"/>
          </p:nvPr>
        </p:nvSpPr>
        <p:spPr>
          <a:xfrm rot="5400000">
            <a:off x="7133401" y="1956625"/>
            <a:ext cx="5811900" cy="2628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06" name="Google Shape;906;p26"/>
          <p:cNvSpPr txBox="1">
            <a:spLocks noGrp="1"/>
          </p:cNvSpPr>
          <p:nvPr>
            <p:ph type="body" idx="1"/>
          </p:nvPr>
        </p:nvSpPr>
        <p:spPr>
          <a:xfrm rot="5400000">
            <a:off x="1799401"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907" name="Google Shape;907;p26"/>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8" name="Google Shape;908;p26"/>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9" name="Google Shape;909;p26"/>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98153806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29374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Slide" preserve="1">
  <p:cSld name="Title Slide">
    <p:spTree>
      <p:nvGrpSpPr>
        <p:cNvPr id="1" name="Shape 919"/>
        <p:cNvGrpSpPr/>
        <p:nvPr/>
      </p:nvGrpSpPr>
      <p:grpSpPr>
        <a:xfrm>
          <a:off x="0" y="0"/>
          <a:ext cx="0" cy="0"/>
          <a:chOff x="0" y="0"/>
          <a:chExt cx="0" cy="0"/>
        </a:xfrm>
      </p:grpSpPr>
      <p:sp>
        <p:nvSpPr>
          <p:cNvPr id="920" name="Google Shape;920;p28"/>
          <p:cNvSpPr txBox="1">
            <a:spLocks noGrp="1"/>
          </p:cNvSpPr>
          <p:nvPr>
            <p:ph type="ctrTitle"/>
          </p:nvPr>
        </p:nvSpPr>
        <p:spPr>
          <a:xfrm>
            <a:off x="3482340" y="3911285"/>
            <a:ext cx="9144000" cy="12780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lt1"/>
              </a:buClr>
              <a:buSzPts val="6000"/>
              <a:buFont typeface="Garamond"/>
              <a:buNone/>
              <a:defRPr sz="6000">
                <a:solidFill>
                  <a:schemeClr val="lt1"/>
                </a:solidFill>
                <a:latin typeface="Garamond"/>
                <a:ea typeface="Garamond"/>
                <a:cs typeface="Garamond"/>
                <a:sym typeface="Garamo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Tree>
    <p:extLst>
      <p:ext uri="{BB962C8B-B14F-4D97-AF65-F5344CB8AC3E}">
        <p14:creationId xmlns:p14="http://schemas.microsoft.com/office/powerpoint/2010/main" val="29153147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139603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Slide" preserve="1">
  <p:cSld name="Title Slide">
    <p:spTree>
      <p:nvGrpSpPr>
        <p:cNvPr id="1" name="Shape 933"/>
        <p:cNvGrpSpPr/>
        <p:nvPr/>
      </p:nvGrpSpPr>
      <p:grpSpPr>
        <a:xfrm>
          <a:off x="0" y="0"/>
          <a:ext cx="0" cy="0"/>
          <a:chOff x="0" y="0"/>
          <a:chExt cx="0" cy="0"/>
        </a:xfrm>
      </p:grpSpPr>
      <p:sp>
        <p:nvSpPr>
          <p:cNvPr id="934" name="Google Shape;934;p30"/>
          <p:cNvSpPr txBox="1">
            <a:spLocks noGrp="1"/>
          </p:cNvSpPr>
          <p:nvPr>
            <p:ph type="ctrTitle"/>
          </p:nvPr>
        </p:nvSpPr>
        <p:spPr>
          <a:xfrm>
            <a:off x="3482340" y="3911285"/>
            <a:ext cx="9144000" cy="12780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lt1"/>
              </a:buClr>
              <a:buSzPts val="6000"/>
              <a:buFont typeface="Garamond"/>
              <a:buNone/>
              <a:defRPr sz="6000">
                <a:solidFill>
                  <a:schemeClr val="lt1"/>
                </a:solidFill>
                <a:latin typeface="Garamond"/>
                <a:ea typeface="Garamond"/>
                <a:cs typeface="Garamond"/>
                <a:sym typeface="Garamo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Tree>
    <p:extLst>
      <p:ext uri="{BB962C8B-B14F-4D97-AF65-F5344CB8AC3E}">
        <p14:creationId xmlns:p14="http://schemas.microsoft.com/office/powerpoint/2010/main" val="33023903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1_Title Slide" type="title" preserve="1">
  <p:cSld name="1_Title Slide">
    <p:spTree>
      <p:nvGrpSpPr>
        <p:cNvPr id="1" name="Shape 935"/>
        <p:cNvGrpSpPr/>
        <p:nvPr/>
      </p:nvGrpSpPr>
      <p:grpSpPr>
        <a:xfrm>
          <a:off x="0" y="0"/>
          <a:ext cx="0" cy="0"/>
          <a:chOff x="0" y="0"/>
          <a:chExt cx="0" cy="0"/>
        </a:xfrm>
      </p:grpSpPr>
      <p:sp>
        <p:nvSpPr>
          <p:cNvPr id="936" name="Google Shape;936;p31"/>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37" name="Google Shape;937;p31"/>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dk1"/>
              </a:buClr>
              <a:buSzPts val="2400"/>
              <a:buNone/>
              <a:defRPr sz="2400"/>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r>
              <a:rPr lang="en-US"/>
              <a:t>Click to edit Master subtitle style</a:t>
            </a:r>
            <a:endParaRPr/>
          </a:p>
        </p:txBody>
      </p:sp>
      <p:sp>
        <p:nvSpPr>
          <p:cNvPr id="938" name="Google Shape;938;p3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39" name="Google Shape;939;p3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40" name="Google Shape;940;p3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3608258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Slide" type="title" preserve="1">
  <p:cSld name="Title Slide">
    <p:spTree>
      <p:nvGrpSpPr>
        <p:cNvPr id="1" name="Shape 950"/>
        <p:cNvGrpSpPr/>
        <p:nvPr/>
      </p:nvGrpSpPr>
      <p:grpSpPr>
        <a:xfrm>
          <a:off x="0" y="0"/>
          <a:ext cx="0" cy="0"/>
          <a:chOff x="0" y="0"/>
          <a:chExt cx="0" cy="0"/>
        </a:xfrm>
      </p:grpSpPr>
      <p:sp>
        <p:nvSpPr>
          <p:cNvPr id="951" name="Google Shape;951;p33"/>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52" name="Google Shape;952;p33"/>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dk1"/>
              </a:buClr>
              <a:buSzPts val="2400"/>
              <a:buNone/>
              <a:defRPr sz="2400"/>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r>
              <a:rPr lang="en-US"/>
              <a:t>Click to edit Master subtitle style</a:t>
            </a:r>
            <a:endParaRPr/>
          </a:p>
        </p:txBody>
      </p:sp>
      <p:sp>
        <p:nvSpPr>
          <p:cNvPr id="953" name="Google Shape;953;p33"/>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54" name="Google Shape;954;p33"/>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55" name="Google Shape;955;p33"/>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40055264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Shape 956"/>
        <p:cNvGrpSpPr/>
        <p:nvPr/>
      </p:nvGrpSpPr>
      <p:grpSpPr>
        <a:xfrm>
          <a:off x="0" y="0"/>
          <a:ext cx="0" cy="0"/>
          <a:chOff x="0" y="0"/>
          <a:chExt cx="0" cy="0"/>
        </a:xfrm>
      </p:grpSpPr>
      <p:sp>
        <p:nvSpPr>
          <p:cNvPr id="957" name="Google Shape;957;p34"/>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58" name="Google Shape;958;p34"/>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406400" algn="l" rtl="0">
              <a:lnSpc>
                <a:spcPct val="90000"/>
              </a:lnSpc>
              <a:spcBef>
                <a:spcPts val="1000"/>
              </a:spcBef>
              <a:spcAft>
                <a:spcPts val="0"/>
              </a:spcAft>
              <a:buClr>
                <a:schemeClr val="dk1"/>
              </a:buClr>
              <a:buSzPts val="2800"/>
              <a:buChar char="•"/>
              <a:defRPr>
                <a:latin typeface="Avenir"/>
                <a:ea typeface="Avenir"/>
                <a:cs typeface="Avenir"/>
                <a:sym typeface="Avenir"/>
              </a:defRPr>
            </a:lvl1pPr>
            <a:lvl2pPr marL="914400" lvl="1" indent="-381000" algn="l" rtl="0">
              <a:lnSpc>
                <a:spcPct val="90000"/>
              </a:lnSpc>
              <a:spcBef>
                <a:spcPts val="500"/>
              </a:spcBef>
              <a:spcAft>
                <a:spcPts val="0"/>
              </a:spcAft>
              <a:buClr>
                <a:schemeClr val="dk1"/>
              </a:buClr>
              <a:buSzPts val="2400"/>
              <a:buChar char="•"/>
              <a:defRPr>
                <a:latin typeface="Avenir"/>
                <a:ea typeface="Avenir"/>
                <a:cs typeface="Avenir"/>
                <a:sym typeface="Avenir"/>
              </a:defRPr>
            </a:lvl2pPr>
            <a:lvl3pPr marL="1371600" lvl="2" indent="-355600" algn="l" rtl="0">
              <a:lnSpc>
                <a:spcPct val="90000"/>
              </a:lnSpc>
              <a:spcBef>
                <a:spcPts val="500"/>
              </a:spcBef>
              <a:spcAft>
                <a:spcPts val="0"/>
              </a:spcAft>
              <a:buClr>
                <a:schemeClr val="dk1"/>
              </a:buClr>
              <a:buSzPts val="2000"/>
              <a:buChar char="•"/>
              <a:defRPr>
                <a:latin typeface="Avenir"/>
                <a:ea typeface="Avenir"/>
                <a:cs typeface="Avenir"/>
                <a:sym typeface="Avenir"/>
              </a:defRPr>
            </a:lvl3pPr>
            <a:lvl4pPr marL="1828800" lvl="3" indent="-342900" algn="l" rtl="0">
              <a:lnSpc>
                <a:spcPct val="90000"/>
              </a:lnSpc>
              <a:spcBef>
                <a:spcPts val="500"/>
              </a:spcBef>
              <a:spcAft>
                <a:spcPts val="0"/>
              </a:spcAft>
              <a:buClr>
                <a:schemeClr val="dk1"/>
              </a:buClr>
              <a:buSzPts val="1800"/>
              <a:buChar char="•"/>
              <a:defRPr>
                <a:latin typeface="Avenir"/>
                <a:ea typeface="Avenir"/>
                <a:cs typeface="Avenir"/>
                <a:sym typeface="Avenir"/>
              </a:defRPr>
            </a:lvl4pPr>
            <a:lvl5pPr marL="2286000" lvl="4" indent="-342900" algn="l" rtl="0">
              <a:lnSpc>
                <a:spcPct val="90000"/>
              </a:lnSpc>
              <a:spcBef>
                <a:spcPts val="500"/>
              </a:spcBef>
              <a:spcAft>
                <a:spcPts val="0"/>
              </a:spcAft>
              <a:buClr>
                <a:schemeClr val="dk1"/>
              </a:buClr>
              <a:buSzPts val="1800"/>
              <a:buChar char="•"/>
              <a:defRPr>
                <a:latin typeface="Avenir"/>
                <a:ea typeface="Avenir"/>
                <a:cs typeface="Avenir"/>
                <a:sym typeface="Aveni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959" name="Google Shape;959;p34"/>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60" name="Google Shape;960;p34"/>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61" name="Google Shape;961;p34"/>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5176485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Section Header" type="secHead" preserve="1">
  <p:cSld name="Section Header">
    <p:spTree>
      <p:nvGrpSpPr>
        <p:cNvPr id="1" name="Shape 962"/>
        <p:cNvGrpSpPr/>
        <p:nvPr/>
      </p:nvGrpSpPr>
      <p:grpSpPr>
        <a:xfrm>
          <a:off x="0" y="0"/>
          <a:ext cx="0" cy="0"/>
          <a:chOff x="0" y="0"/>
          <a:chExt cx="0" cy="0"/>
        </a:xfrm>
      </p:grpSpPr>
      <p:sp>
        <p:nvSpPr>
          <p:cNvPr id="963" name="Google Shape;963;p35"/>
          <p:cNvSpPr txBox="1">
            <a:spLocks noGrp="1"/>
          </p:cNvSpPr>
          <p:nvPr>
            <p:ph type="title"/>
          </p:nvPr>
        </p:nvSpPr>
        <p:spPr>
          <a:xfrm>
            <a:off x="831851" y="1709740"/>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64" name="Google Shape;964;p35"/>
          <p:cNvSpPr txBox="1">
            <a:spLocks noGrp="1"/>
          </p:cNvSpPr>
          <p:nvPr>
            <p:ph type="body" idx="1"/>
          </p:nvPr>
        </p:nvSpPr>
        <p:spPr>
          <a:xfrm>
            <a:off x="831851" y="4589465"/>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888888"/>
              </a:buClr>
              <a:buSzPts val="2400"/>
              <a:buNone/>
              <a:defRPr sz="2400">
                <a:solidFill>
                  <a:srgbClr val="888888"/>
                </a:solidFill>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pPr lvl="0"/>
            <a:r>
              <a:rPr lang="en-US"/>
              <a:t>Click to edit Master text styles</a:t>
            </a:r>
          </a:p>
        </p:txBody>
      </p:sp>
      <p:sp>
        <p:nvSpPr>
          <p:cNvPr id="965" name="Google Shape;965;p35"/>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66" name="Google Shape;966;p35"/>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67" name="Google Shape;967;p35"/>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36587660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wo Content" type="twoObj" preserve="1">
  <p:cSld name="Two Content">
    <p:spTree>
      <p:nvGrpSpPr>
        <p:cNvPr id="1" name="Shape 968"/>
        <p:cNvGrpSpPr/>
        <p:nvPr/>
      </p:nvGrpSpPr>
      <p:grpSpPr>
        <a:xfrm>
          <a:off x="0" y="0"/>
          <a:ext cx="0" cy="0"/>
          <a:chOff x="0" y="0"/>
          <a:chExt cx="0" cy="0"/>
        </a:xfrm>
      </p:grpSpPr>
      <p:sp>
        <p:nvSpPr>
          <p:cNvPr id="969" name="Google Shape;969;p36"/>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70" name="Google Shape;970;p36"/>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971" name="Google Shape;971;p36"/>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972" name="Google Shape;972;p36"/>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73" name="Google Shape;973;p36"/>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74" name="Google Shape;974;p36"/>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65019233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Comparison" type="twoTxTwoObj" preserve="1">
  <p:cSld name="Comparison">
    <p:spTree>
      <p:nvGrpSpPr>
        <p:cNvPr id="1" name="Shape 975"/>
        <p:cNvGrpSpPr/>
        <p:nvPr/>
      </p:nvGrpSpPr>
      <p:grpSpPr>
        <a:xfrm>
          <a:off x="0" y="0"/>
          <a:ext cx="0" cy="0"/>
          <a:chOff x="0" y="0"/>
          <a:chExt cx="0" cy="0"/>
        </a:xfrm>
      </p:grpSpPr>
      <p:sp>
        <p:nvSpPr>
          <p:cNvPr id="976" name="Google Shape;976;p37"/>
          <p:cNvSpPr txBox="1">
            <a:spLocks noGrp="1"/>
          </p:cNvSpPr>
          <p:nvPr>
            <p:ph type="title"/>
          </p:nvPr>
        </p:nvSpPr>
        <p:spPr>
          <a:xfrm>
            <a:off x="839788"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77" name="Google Shape;977;p37"/>
          <p:cNvSpPr txBox="1">
            <a:spLocks noGrp="1"/>
          </p:cNvSpPr>
          <p:nvPr>
            <p:ph type="body" idx="1"/>
          </p:nvPr>
        </p:nvSpPr>
        <p:spPr>
          <a:xfrm>
            <a:off x="839789"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978" name="Google Shape;978;p37"/>
          <p:cNvSpPr txBox="1">
            <a:spLocks noGrp="1"/>
          </p:cNvSpPr>
          <p:nvPr>
            <p:ph type="body" idx="2"/>
          </p:nvPr>
        </p:nvSpPr>
        <p:spPr>
          <a:xfrm>
            <a:off x="839789"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979" name="Google Shape;979;p37"/>
          <p:cNvSpPr txBox="1">
            <a:spLocks noGrp="1"/>
          </p:cNvSpPr>
          <p:nvPr>
            <p:ph type="body" idx="3"/>
          </p:nvPr>
        </p:nvSpPr>
        <p:spPr>
          <a:xfrm>
            <a:off x="6172201"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980" name="Google Shape;980;p37"/>
          <p:cNvSpPr txBox="1">
            <a:spLocks noGrp="1"/>
          </p:cNvSpPr>
          <p:nvPr>
            <p:ph type="body" idx="4"/>
          </p:nvPr>
        </p:nvSpPr>
        <p:spPr>
          <a:xfrm>
            <a:off x="6172201"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981" name="Google Shape;981;p37"/>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82" name="Google Shape;982;p37"/>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83" name="Google Shape;983;p37"/>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16229305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Only" type="titleOnly" preserve="1">
  <p:cSld name="Title Only">
    <p:spTree>
      <p:nvGrpSpPr>
        <p:cNvPr id="1" name="Shape 984"/>
        <p:cNvGrpSpPr/>
        <p:nvPr/>
      </p:nvGrpSpPr>
      <p:grpSpPr>
        <a:xfrm>
          <a:off x="0" y="0"/>
          <a:ext cx="0" cy="0"/>
          <a:chOff x="0" y="0"/>
          <a:chExt cx="0" cy="0"/>
        </a:xfrm>
      </p:grpSpPr>
      <p:sp>
        <p:nvSpPr>
          <p:cNvPr id="985" name="Google Shape;985;p38"/>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86" name="Google Shape;986;p38"/>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87" name="Google Shape;987;p38"/>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88" name="Google Shape;988;p38"/>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88948481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Blank" type="blank" preserve="1">
  <p:cSld name="Blank">
    <p:spTree>
      <p:nvGrpSpPr>
        <p:cNvPr id="1" name="Shape 989"/>
        <p:cNvGrpSpPr/>
        <p:nvPr/>
      </p:nvGrpSpPr>
      <p:grpSpPr>
        <a:xfrm>
          <a:off x="0" y="0"/>
          <a:ext cx="0" cy="0"/>
          <a:chOff x="0" y="0"/>
          <a:chExt cx="0" cy="0"/>
        </a:xfrm>
      </p:grpSpPr>
      <p:sp>
        <p:nvSpPr>
          <p:cNvPr id="990" name="Google Shape;990;p39"/>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91" name="Google Shape;991;p39"/>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92" name="Google Shape;992;p39"/>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141315616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Content with Caption" type="objTx" preserve="1">
  <p:cSld name="Content with Caption">
    <p:spTree>
      <p:nvGrpSpPr>
        <p:cNvPr id="1" name="Shape 993"/>
        <p:cNvGrpSpPr/>
        <p:nvPr/>
      </p:nvGrpSpPr>
      <p:grpSpPr>
        <a:xfrm>
          <a:off x="0" y="0"/>
          <a:ext cx="0" cy="0"/>
          <a:chOff x="0" y="0"/>
          <a:chExt cx="0" cy="0"/>
        </a:xfrm>
      </p:grpSpPr>
      <p:sp>
        <p:nvSpPr>
          <p:cNvPr id="994" name="Google Shape;994;p40"/>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95" name="Google Shape;995;p40"/>
          <p:cNvSpPr txBox="1">
            <a:spLocks noGrp="1"/>
          </p:cNvSpPr>
          <p:nvPr>
            <p:ph type="body" idx="1"/>
          </p:nvPr>
        </p:nvSpPr>
        <p:spPr>
          <a:xfrm>
            <a:off x="5183188" y="987427"/>
            <a:ext cx="6172200" cy="4873500"/>
          </a:xfrm>
          <a:prstGeom prst="rect">
            <a:avLst/>
          </a:prstGeom>
          <a:noFill/>
          <a:ln>
            <a:noFill/>
          </a:ln>
        </p:spPr>
        <p:txBody>
          <a:bodyPr spcFirstLastPara="1" wrap="square" lIns="91425" tIns="45700" rIns="91425" bIns="45700" anchor="t" anchorCtr="0">
            <a:normAutofit/>
          </a:bodyPr>
          <a:lstStyle>
            <a:lvl1pPr marL="457200" lvl="0" indent="-431800" algn="l" rtl="0">
              <a:lnSpc>
                <a:spcPct val="90000"/>
              </a:lnSpc>
              <a:spcBef>
                <a:spcPts val="1000"/>
              </a:spcBef>
              <a:spcAft>
                <a:spcPts val="0"/>
              </a:spcAft>
              <a:buClr>
                <a:schemeClr val="dk1"/>
              </a:buClr>
              <a:buSzPts val="3200"/>
              <a:buChar char="•"/>
              <a:defRPr sz="3200"/>
            </a:lvl1pPr>
            <a:lvl2pPr marL="914400" lvl="1" indent="-406400" algn="l" rtl="0">
              <a:lnSpc>
                <a:spcPct val="90000"/>
              </a:lnSpc>
              <a:spcBef>
                <a:spcPts val="500"/>
              </a:spcBef>
              <a:spcAft>
                <a:spcPts val="0"/>
              </a:spcAft>
              <a:buClr>
                <a:schemeClr val="dk1"/>
              </a:buClr>
              <a:buSzPts val="2800"/>
              <a:buChar char="•"/>
              <a:defRPr sz="2800"/>
            </a:lvl2pPr>
            <a:lvl3pPr marL="1371600" lvl="2" indent="-381000" algn="l" rtl="0">
              <a:lnSpc>
                <a:spcPct val="90000"/>
              </a:lnSpc>
              <a:spcBef>
                <a:spcPts val="500"/>
              </a:spcBef>
              <a:spcAft>
                <a:spcPts val="0"/>
              </a:spcAft>
              <a:buClr>
                <a:schemeClr val="dk1"/>
              </a:buClr>
              <a:buSzPts val="2400"/>
              <a:buChar char="•"/>
              <a:defRPr sz="2400"/>
            </a:lvl3pPr>
            <a:lvl4pPr marL="1828800" lvl="3" indent="-355600" algn="l" rtl="0">
              <a:lnSpc>
                <a:spcPct val="90000"/>
              </a:lnSpc>
              <a:spcBef>
                <a:spcPts val="500"/>
              </a:spcBef>
              <a:spcAft>
                <a:spcPts val="0"/>
              </a:spcAft>
              <a:buClr>
                <a:schemeClr val="dk1"/>
              </a:buClr>
              <a:buSzPts val="2000"/>
              <a:buChar char="•"/>
              <a:defRPr sz="2000"/>
            </a:lvl4pPr>
            <a:lvl5pPr marL="2286000" lvl="4" indent="-355600" algn="l" rtl="0">
              <a:lnSpc>
                <a:spcPct val="90000"/>
              </a:lnSpc>
              <a:spcBef>
                <a:spcPts val="500"/>
              </a:spcBef>
              <a:spcAft>
                <a:spcPts val="0"/>
              </a:spcAft>
              <a:buClr>
                <a:schemeClr val="dk1"/>
              </a:buClr>
              <a:buSzPts val="2000"/>
              <a:buChar char="•"/>
              <a:defRPr sz="2000"/>
            </a:lvl5pPr>
            <a:lvl6pPr marL="2743200" lvl="5" indent="-355600" algn="l" rtl="0">
              <a:lnSpc>
                <a:spcPct val="90000"/>
              </a:lnSpc>
              <a:spcBef>
                <a:spcPts val="500"/>
              </a:spcBef>
              <a:spcAft>
                <a:spcPts val="0"/>
              </a:spcAft>
              <a:buClr>
                <a:schemeClr val="dk1"/>
              </a:buClr>
              <a:buSzPts val="2000"/>
              <a:buChar char="•"/>
              <a:defRPr sz="2000"/>
            </a:lvl6pPr>
            <a:lvl7pPr marL="3200400" lvl="6" indent="-355600" algn="l" rtl="0">
              <a:lnSpc>
                <a:spcPct val="90000"/>
              </a:lnSpc>
              <a:spcBef>
                <a:spcPts val="500"/>
              </a:spcBef>
              <a:spcAft>
                <a:spcPts val="0"/>
              </a:spcAft>
              <a:buClr>
                <a:schemeClr val="dk1"/>
              </a:buClr>
              <a:buSzPts val="2000"/>
              <a:buChar char="•"/>
              <a:defRPr sz="2000"/>
            </a:lvl7pPr>
            <a:lvl8pPr marL="3657600" lvl="7" indent="-355600" algn="l" rtl="0">
              <a:lnSpc>
                <a:spcPct val="90000"/>
              </a:lnSpc>
              <a:spcBef>
                <a:spcPts val="500"/>
              </a:spcBef>
              <a:spcAft>
                <a:spcPts val="0"/>
              </a:spcAft>
              <a:buClr>
                <a:schemeClr val="dk1"/>
              </a:buClr>
              <a:buSzPts val="2000"/>
              <a:buChar char="•"/>
              <a:defRPr sz="2000"/>
            </a:lvl8pPr>
            <a:lvl9pPr marL="4114800" lvl="8" indent="-355600" algn="l" rtl="0">
              <a:lnSpc>
                <a:spcPct val="90000"/>
              </a:lnSpc>
              <a:spcBef>
                <a:spcPts val="500"/>
              </a:spcBef>
              <a:spcAft>
                <a:spcPts val="0"/>
              </a:spcAft>
              <a:buClr>
                <a:schemeClr val="dk1"/>
              </a:buClr>
              <a:buSzPts val="2000"/>
              <a:buChar char="•"/>
              <a:defRPr sz="2000"/>
            </a:lvl9pPr>
          </a:lstStyle>
          <a:p>
            <a:pPr lvl="0"/>
            <a:r>
              <a:rPr lang="en-US"/>
              <a:t>Click to edit Master text styles</a:t>
            </a:r>
          </a:p>
        </p:txBody>
      </p:sp>
      <p:sp>
        <p:nvSpPr>
          <p:cNvPr id="996" name="Google Shape;996;p40"/>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997" name="Google Shape;997;p40"/>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98" name="Google Shape;998;p40"/>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99" name="Google Shape;999;p40"/>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41926633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Picture with Caption" type="picTx" preserve="1">
  <p:cSld name="Picture with Caption">
    <p:spTree>
      <p:nvGrpSpPr>
        <p:cNvPr id="1" name="Shape 1000"/>
        <p:cNvGrpSpPr/>
        <p:nvPr/>
      </p:nvGrpSpPr>
      <p:grpSpPr>
        <a:xfrm>
          <a:off x="0" y="0"/>
          <a:ext cx="0" cy="0"/>
          <a:chOff x="0" y="0"/>
          <a:chExt cx="0" cy="0"/>
        </a:xfrm>
      </p:grpSpPr>
      <p:sp>
        <p:nvSpPr>
          <p:cNvPr id="1001" name="Google Shape;1001;p41"/>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1002" name="Google Shape;1002;p41"/>
          <p:cNvSpPr>
            <a:spLocks noGrp="1"/>
          </p:cNvSpPr>
          <p:nvPr>
            <p:ph type="pic" idx="2"/>
          </p:nvPr>
        </p:nvSpPr>
        <p:spPr>
          <a:xfrm>
            <a:off x="5183188" y="987427"/>
            <a:ext cx="6172200" cy="4873500"/>
          </a:xfrm>
          <a:prstGeom prst="rect">
            <a:avLst/>
          </a:prstGeom>
          <a:noFill/>
          <a:ln>
            <a:noFill/>
          </a:ln>
        </p:spPr>
        <p:txBody>
          <a:bodyPr/>
          <a:lstStyle/>
          <a:p>
            <a:endParaRPr lang="en-IN"/>
          </a:p>
        </p:txBody>
      </p:sp>
      <p:sp>
        <p:nvSpPr>
          <p:cNvPr id="1003" name="Google Shape;1003;p41"/>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1004" name="Google Shape;1004;p4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05" name="Google Shape;1005;p4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06" name="Google Shape;1006;p4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6707244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Vertical Text" type="vertTx" preserve="1">
  <p:cSld name="Title and Vertical Text">
    <p:spTree>
      <p:nvGrpSpPr>
        <p:cNvPr id="1" name="Shape 1007"/>
        <p:cNvGrpSpPr/>
        <p:nvPr/>
      </p:nvGrpSpPr>
      <p:grpSpPr>
        <a:xfrm>
          <a:off x="0" y="0"/>
          <a:ext cx="0" cy="0"/>
          <a:chOff x="0" y="0"/>
          <a:chExt cx="0" cy="0"/>
        </a:xfrm>
      </p:grpSpPr>
      <p:sp>
        <p:nvSpPr>
          <p:cNvPr id="1008" name="Google Shape;1008;p42"/>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1009" name="Google Shape;1009;p42"/>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1010" name="Google Shape;1010;p4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1" name="Google Shape;1011;p4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2" name="Google Shape;1012;p4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45371624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Vertical Title and Text" type="vertTitleAndTx" preserve="1">
  <p:cSld name="Vertical Title and Text">
    <p:spTree>
      <p:nvGrpSpPr>
        <p:cNvPr id="1" name="Shape 1013"/>
        <p:cNvGrpSpPr/>
        <p:nvPr/>
      </p:nvGrpSpPr>
      <p:grpSpPr>
        <a:xfrm>
          <a:off x="0" y="0"/>
          <a:ext cx="0" cy="0"/>
          <a:chOff x="0" y="0"/>
          <a:chExt cx="0" cy="0"/>
        </a:xfrm>
      </p:grpSpPr>
      <p:sp>
        <p:nvSpPr>
          <p:cNvPr id="1014" name="Google Shape;1014;p43"/>
          <p:cNvSpPr txBox="1">
            <a:spLocks noGrp="1"/>
          </p:cNvSpPr>
          <p:nvPr>
            <p:ph type="title"/>
          </p:nvPr>
        </p:nvSpPr>
        <p:spPr>
          <a:xfrm rot="5400000">
            <a:off x="7133401" y="1956625"/>
            <a:ext cx="5811900" cy="2628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1015" name="Google Shape;1015;p43"/>
          <p:cNvSpPr txBox="1">
            <a:spLocks noGrp="1"/>
          </p:cNvSpPr>
          <p:nvPr>
            <p:ph type="body" idx="1"/>
          </p:nvPr>
        </p:nvSpPr>
        <p:spPr>
          <a:xfrm rot="5400000">
            <a:off x="1799401"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1016" name="Google Shape;1016;p43"/>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7" name="Google Shape;1017;p43"/>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8" name="Google Shape;1018;p43"/>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90412994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nd body" type="tx" preserve="1">
  <p:cSld name="Title and body">
    <p:spTree>
      <p:nvGrpSpPr>
        <p:cNvPr id="1" name="Shape 1019"/>
        <p:cNvGrpSpPr/>
        <p:nvPr/>
      </p:nvGrpSpPr>
      <p:grpSpPr>
        <a:xfrm>
          <a:off x="0" y="0"/>
          <a:ext cx="0" cy="0"/>
          <a:chOff x="0" y="0"/>
          <a:chExt cx="0" cy="0"/>
        </a:xfrm>
      </p:grpSpPr>
      <p:sp>
        <p:nvSpPr>
          <p:cNvPr id="1020" name="Google Shape;1020;p44"/>
          <p:cNvSpPr txBox="1">
            <a:spLocks noGrp="1"/>
          </p:cNvSpPr>
          <p:nvPr>
            <p:ph type="title"/>
          </p:nvPr>
        </p:nvSpPr>
        <p:spPr>
          <a:xfrm>
            <a:off x="415600" y="593367"/>
            <a:ext cx="11360700" cy="763500"/>
          </a:xfrm>
          <a:prstGeom prst="rect">
            <a:avLst/>
          </a:prstGeom>
          <a:noFill/>
          <a:ln>
            <a:noFill/>
          </a:ln>
        </p:spPr>
        <p:txBody>
          <a:bodyPr spcFirstLastPara="1" wrap="square" lIns="90000" tIns="46800" rIns="90000" bIns="46800" anchor="b" anchorCtr="0">
            <a:noAutofit/>
          </a:bodyPr>
          <a:lstStyle>
            <a:lvl1pPr lvl="0" algn="l" rtl="0">
              <a:lnSpc>
                <a:spcPct val="90000"/>
              </a:lnSpc>
              <a:spcBef>
                <a:spcPts val="0"/>
              </a:spcBef>
              <a:spcAft>
                <a:spcPts val="0"/>
              </a:spcAft>
              <a:buClr>
                <a:schemeClr val="dk1"/>
              </a:buClr>
              <a:buSzPts val="1400"/>
              <a:buFont typeface="Poppins"/>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1021" name="Google Shape;1021;p44"/>
          <p:cNvSpPr txBox="1">
            <a:spLocks noGrp="1"/>
          </p:cNvSpPr>
          <p:nvPr>
            <p:ph type="body" idx="1"/>
          </p:nvPr>
        </p:nvSpPr>
        <p:spPr>
          <a:xfrm>
            <a:off x="415600" y="1536633"/>
            <a:ext cx="11360700" cy="4555200"/>
          </a:xfrm>
          <a:prstGeom prst="rect">
            <a:avLst/>
          </a:prstGeom>
          <a:noFill/>
          <a:ln>
            <a:noFill/>
          </a:ln>
        </p:spPr>
        <p:txBody>
          <a:bodyPr spcFirstLastPara="1" wrap="square" lIns="90000" tIns="46800" rIns="90000" bIns="46800" anchor="t" anchorCtr="0">
            <a:noAutofit/>
          </a:bodyPr>
          <a:lstStyle>
            <a:lvl1pPr marL="457200" lvl="0" indent="-337883" algn="l" rtl="0">
              <a:lnSpc>
                <a:spcPct val="90000"/>
              </a:lnSpc>
              <a:spcBef>
                <a:spcPts val="675"/>
              </a:spcBef>
              <a:spcAft>
                <a:spcPts val="0"/>
              </a:spcAft>
              <a:buClr>
                <a:schemeClr val="dk1"/>
              </a:buClr>
              <a:buSzPts val="1721"/>
              <a:buChar char="⚫"/>
              <a:defRPr/>
            </a:lvl1pPr>
            <a:lvl2pPr marL="914400" lvl="1" indent="-301942" algn="l" rtl="0">
              <a:lnSpc>
                <a:spcPct val="90000"/>
              </a:lnSpc>
              <a:spcBef>
                <a:spcPts val="551"/>
              </a:spcBef>
              <a:spcAft>
                <a:spcPts val="0"/>
              </a:spcAft>
              <a:buClr>
                <a:schemeClr val="dk1"/>
              </a:buClr>
              <a:buSzPts val="1155"/>
              <a:buChar char="⚪"/>
              <a:defRPr/>
            </a:lvl2pPr>
            <a:lvl3pPr marL="1371600" lvl="2" indent="-300037" algn="l" rtl="0">
              <a:lnSpc>
                <a:spcPct val="90000"/>
              </a:lnSpc>
              <a:spcBef>
                <a:spcPts val="500"/>
              </a:spcBef>
              <a:spcAft>
                <a:spcPts val="0"/>
              </a:spcAft>
              <a:buClr>
                <a:schemeClr val="dk1"/>
              </a:buClr>
              <a:buSzPts val="1125"/>
              <a:buChar char="⯍"/>
              <a:defRPr/>
            </a:lvl3pPr>
            <a:lvl4pPr marL="1828800" lvl="3" indent="-295275" algn="l" rtl="0">
              <a:lnSpc>
                <a:spcPct val="90000"/>
              </a:lnSpc>
              <a:spcBef>
                <a:spcPts val="500"/>
              </a:spcBef>
              <a:spcAft>
                <a:spcPts val="0"/>
              </a:spcAft>
              <a:buClr>
                <a:schemeClr val="dk1"/>
              </a:buClr>
              <a:buSzPts val="1050"/>
              <a:buChar char="?"/>
              <a:defRPr/>
            </a:lvl4pPr>
            <a:lvl5pPr marL="2286000" lvl="4" indent="-323850" algn="l" rtl="0">
              <a:lnSpc>
                <a:spcPct val="90000"/>
              </a:lnSpc>
              <a:spcBef>
                <a:spcPts val="500"/>
              </a:spcBef>
              <a:spcAft>
                <a:spcPts val="0"/>
              </a:spcAft>
              <a:buClr>
                <a:schemeClr val="dk1"/>
              </a:buClr>
              <a:buSzPts val="1500"/>
              <a:buChar char="•"/>
              <a:defRPr/>
            </a:lvl5pPr>
            <a:lvl6pPr marL="2743200" lvl="5" indent="-323850" algn="l" rtl="0">
              <a:lnSpc>
                <a:spcPct val="90000"/>
              </a:lnSpc>
              <a:spcBef>
                <a:spcPts val="500"/>
              </a:spcBef>
              <a:spcAft>
                <a:spcPts val="0"/>
              </a:spcAft>
              <a:buClr>
                <a:schemeClr val="dk1"/>
              </a:buClr>
              <a:buSzPts val="1500"/>
              <a:buChar char="•"/>
              <a:defRPr/>
            </a:lvl6pPr>
            <a:lvl7pPr marL="3200400" lvl="6" indent="-323850" algn="l" rtl="0">
              <a:lnSpc>
                <a:spcPct val="90000"/>
              </a:lnSpc>
              <a:spcBef>
                <a:spcPts val="500"/>
              </a:spcBef>
              <a:spcAft>
                <a:spcPts val="0"/>
              </a:spcAft>
              <a:buClr>
                <a:schemeClr val="dk1"/>
              </a:buClr>
              <a:buSzPts val="1500"/>
              <a:buChar char="•"/>
              <a:defRPr/>
            </a:lvl7pPr>
            <a:lvl8pPr marL="3657600" lvl="7" indent="-323850" algn="l" rtl="0">
              <a:lnSpc>
                <a:spcPct val="90000"/>
              </a:lnSpc>
              <a:spcBef>
                <a:spcPts val="500"/>
              </a:spcBef>
              <a:spcAft>
                <a:spcPts val="0"/>
              </a:spcAft>
              <a:buClr>
                <a:schemeClr val="dk1"/>
              </a:buClr>
              <a:buSzPts val="1500"/>
              <a:buChar char="•"/>
              <a:defRPr/>
            </a:lvl8pPr>
            <a:lvl9pPr marL="4114800" lvl="8" indent="-323850" algn="l" rtl="0">
              <a:lnSpc>
                <a:spcPct val="90000"/>
              </a:lnSpc>
              <a:spcBef>
                <a:spcPts val="500"/>
              </a:spcBef>
              <a:spcAft>
                <a:spcPts val="0"/>
              </a:spcAft>
              <a:buClr>
                <a:schemeClr val="dk1"/>
              </a:buClr>
              <a:buSzPts val="1500"/>
              <a:buChar char="•"/>
              <a:defRPr/>
            </a:lvl9pPr>
          </a:lstStyle>
          <a:p>
            <a:pPr lvl="0"/>
            <a:r>
              <a:rPr lang="en-US"/>
              <a:t>Click to edit Master text styles</a:t>
            </a:r>
          </a:p>
        </p:txBody>
      </p:sp>
      <p:sp>
        <p:nvSpPr>
          <p:cNvPr id="1022" name="Google Shape;1022;p44"/>
          <p:cNvSpPr txBox="1">
            <a:spLocks noGrp="1"/>
          </p:cNvSpPr>
          <p:nvPr>
            <p:ph type="sldNum" idx="12"/>
          </p:nvPr>
        </p:nvSpPr>
        <p:spPr>
          <a:xfrm>
            <a:off x="11296611" y="6217623"/>
            <a:ext cx="731700" cy="524700"/>
          </a:xfrm>
          <a:prstGeom prst="rect">
            <a:avLst/>
          </a:prstGeom>
          <a:noFill/>
          <a:ln>
            <a:noFill/>
          </a:ln>
        </p:spPr>
        <p:txBody>
          <a:bodyPr spcFirstLastPara="1" wrap="square" lIns="91425" tIns="91425" rIns="91425" bIns="91425" anchor="ctr" anchorCtr="0">
            <a:noAutofit/>
          </a:bodyPr>
          <a:lstStyle>
            <a:lvl1pPr marL="0" marR="0" lvl="0"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4738241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27.xml"/><Relationship Id="rId1" Type="http://schemas.openxmlformats.org/officeDocument/2006/relationships/slideLayout" Target="../slideLayouts/slideLayout26.xml"/><Relationship Id="rId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29.xml"/><Relationship Id="rId1" Type="http://schemas.openxmlformats.org/officeDocument/2006/relationships/slideLayout" Target="../slideLayouts/slideLayout28.xml"/><Relationship Id="rId4"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theme" Target="../theme/theme5.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751"/>
        <p:cNvGrpSpPr/>
        <p:nvPr/>
      </p:nvGrpSpPr>
      <p:grpSpPr>
        <a:xfrm>
          <a:off x="0" y="0"/>
          <a:ext cx="0" cy="0"/>
          <a:chOff x="0" y="0"/>
          <a:chExt cx="0" cy="0"/>
        </a:xfrm>
      </p:grpSpPr>
      <p:sp>
        <p:nvSpPr>
          <p:cNvPr id="752" name="Google Shape;752;p1"/>
          <p:cNvSpPr/>
          <p:nvPr/>
        </p:nvSpPr>
        <p:spPr>
          <a:xfrm>
            <a:off x="0" y="6096000"/>
            <a:ext cx="12192000" cy="7719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753" name="Google Shape;753;p1"/>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54" name="Google Shape;754;p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5" name="Google Shape;755;p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56" name="Google Shape;756;p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57" name="Google Shape;757;p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758" name="Google Shape;758;p1"/>
          <p:cNvSpPr/>
          <p:nvPr/>
        </p:nvSpPr>
        <p:spPr>
          <a:xfrm>
            <a:off x="0" y="6140361"/>
            <a:ext cx="12192000" cy="7050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759" name="Google Shape;759;p1"/>
          <p:cNvPicPr preferRelativeResize="0"/>
          <p:nvPr/>
        </p:nvPicPr>
        <p:blipFill rotWithShape="1">
          <a:blip r:embed="rId15">
            <a:alphaModFix/>
          </a:blip>
          <a:srcRect/>
          <a:stretch/>
        </p:blipFill>
        <p:spPr>
          <a:xfrm>
            <a:off x="9890762" y="6165912"/>
            <a:ext cx="1935479" cy="618068"/>
          </a:xfrm>
          <a:prstGeom prst="rect">
            <a:avLst/>
          </a:prstGeom>
          <a:noFill/>
          <a:ln>
            <a:noFill/>
          </a:ln>
        </p:spPr>
      </p:pic>
    </p:spTree>
    <p:extLst>
      <p:ext uri="{BB962C8B-B14F-4D97-AF65-F5344CB8AC3E}">
        <p14:creationId xmlns:p14="http://schemas.microsoft.com/office/powerpoint/2010/main" val="1276674073"/>
      </p:ext>
    </p:extLst>
  </p:cSld>
  <p:clrMap bg1="lt1" tx1="dk1" bg2="dk2" tx2="lt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832"/>
        <p:cNvGrpSpPr/>
        <p:nvPr/>
      </p:nvGrpSpPr>
      <p:grpSpPr>
        <a:xfrm>
          <a:off x="0" y="0"/>
          <a:ext cx="0" cy="0"/>
          <a:chOff x="0" y="0"/>
          <a:chExt cx="0" cy="0"/>
        </a:xfrm>
      </p:grpSpPr>
      <p:sp>
        <p:nvSpPr>
          <p:cNvPr id="833" name="Google Shape;833;p15"/>
          <p:cNvSpPr/>
          <p:nvPr/>
        </p:nvSpPr>
        <p:spPr>
          <a:xfrm>
            <a:off x="0" y="6096000"/>
            <a:ext cx="12192000" cy="7719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34" name="Google Shape;834;p15"/>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835" name="Google Shape;835;p1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36" name="Google Shape;836;p15"/>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7" name="Google Shape;837;p15"/>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8" name="Google Shape;838;p15"/>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839" name="Google Shape;839;p15"/>
          <p:cNvSpPr/>
          <p:nvPr/>
        </p:nvSpPr>
        <p:spPr>
          <a:xfrm>
            <a:off x="0" y="6140361"/>
            <a:ext cx="12192000" cy="7050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840" name="Google Shape;840;p15"/>
          <p:cNvPicPr preferRelativeResize="0"/>
          <p:nvPr/>
        </p:nvPicPr>
        <p:blipFill rotWithShape="1">
          <a:blip r:embed="rId14">
            <a:alphaModFix/>
          </a:blip>
          <a:srcRect/>
          <a:stretch/>
        </p:blipFill>
        <p:spPr>
          <a:xfrm>
            <a:off x="9890762" y="6165912"/>
            <a:ext cx="1935479" cy="618068"/>
          </a:xfrm>
          <a:prstGeom prst="rect">
            <a:avLst/>
          </a:prstGeom>
          <a:noFill/>
          <a:ln>
            <a:noFill/>
          </a:ln>
        </p:spPr>
      </p:pic>
    </p:spTree>
    <p:extLst>
      <p:ext uri="{BB962C8B-B14F-4D97-AF65-F5344CB8AC3E}">
        <p14:creationId xmlns:p14="http://schemas.microsoft.com/office/powerpoint/2010/main" val="33428607"/>
      </p:ext>
    </p:extLst>
  </p:cSld>
  <p:clrMap bg1="lt1" tx1="dk1" bg2="dk2" tx2="lt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96" r:id="rId1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10"/>
        <p:cNvGrpSpPr/>
        <p:nvPr/>
      </p:nvGrpSpPr>
      <p:grpSpPr>
        <a:xfrm>
          <a:off x="0" y="0"/>
          <a:ext cx="0" cy="0"/>
          <a:chOff x="0" y="0"/>
          <a:chExt cx="0" cy="0"/>
        </a:xfrm>
      </p:grpSpPr>
      <p:sp>
        <p:nvSpPr>
          <p:cNvPr id="911" name="Google Shape;911;p27"/>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912" name="Google Shape;912;p2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13" name="Google Shape;913;p27"/>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14" name="Google Shape;914;p27"/>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15" name="Google Shape;915;p27"/>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916" name="Google Shape;916;p27"/>
          <p:cNvSpPr/>
          <p:nvPr/>
        </p:nvSpPr>
        <p:spPr>
          <a:xfrm>
            <a:off x="0" y="-335280"/>
            <a:ext cx="12192000" cy="71934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917" name="Google Shape;917;p27"/>
          <p:cNvCxnSpPr/>
          <p:nvPr/>
        </p:nvCxnSpPr>
        <p:spPr>
          <a:xfrm>
            <a:off x="3345180" y="2707281"/>
            <a:ext cx="0" cy="2283900"/>
          </a:xfrm>
          <a:prstGeom prst="straightConnector1">
            <a:avLst/>
          </a:prstGeom>
          <a:noFill/>
          <a:ln w="34925" cap="flat" cmpd="sng">
            <a:solidFill>
              <a:schemeClr val="dk1"/>
            </a:solidFill>
            <a:prstDash val="solid"/>
            <a:miter lim="800000"/>
            <a:headEnd type="none" w="sm" len="sm"/>
            <a:tailEnd type="none" w="sm" len="sm"/>
          </a:ln>
        </p:spPr>
      </p:cxnSp>
      <p:pic>
        <p:nvPicPr>
          <p:cNvPr id="918" name="Google Shape;918;p27"/>
          <p:cNvPicPr preferRelativeResize="0"/>
          <p:nvPr/>
        </p:nvPicPr>
        <p:blipFill rotWithShape="1">
          <a:blip r:embed="rId4">
            <a:alphaModFix/>
          </a:blip>
          <a:srcRect/>
          <a:stretch/>
        </p:blipFill>
        <p:spPr>
          <a:xfrm>
            <a:off x="3451862" y="2544174"/>
            <a:ext cx="4801940" cy="1533432"/>
          </a:xfrm>
          <a:prstGeom prst="rect">
            <a:avLst/>
          </a:prstGeom>
          <a:noFill/>
          <a:ln>
            <a:noFill/>
          </a:ln>
        </p:spPr>
      </p:pic>
    </p:spTree>
    <p:extLst>
      <p:ext uri="{BB962C8B-B14F-4D97-AF65-F5344CB8AC3E}">
        <p14:creationId xmlns:p14="http://schemas.microsoft.com/office/powerpoint/2010/main" val="1044743740"/>
      </p:ext>
    </p:extLst>
  </p:cSld>
  <p:clrMap bg1="lt1" tx1="dk1" bg2="dk2" tx2="lt2" accent1="accent1" accent2="accent2" accent3="accent3" accent4="accent4" accent5="accent5" accent6="accent6" hlink="hlink" folHlink="folHlink"/>
  <p:sldLayoutIdLst>
    <p:sldLayoutId id="2147483678" r:id="rId1"/>
    <p:sldLayoutId id="2147483695" r:id="rId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21"/>
        <p:cNvGrpSpPr/>
        <p:nvPr/>
      </p:nvGrpSpPr>
      <p:grpSpPr>
        <a:xfrm>
          <a:off x="0" y="0"/>
          <a:ext cx="0" cy="0"/>
          <a:chOff x="0" y="0"/>
          <a:chExt cx="0" cy="0"/>
        </a:xfrm>
      </p:grpSpPr>
      <p:sp>
        <p:nvSpPr>
          <p:cNvPr id="922" name="Google Shape;922;p29"/>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923" name="Google Shape;923;p29"/>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24" name="Google Shape;924;p29"/>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25" name="Google Shape;925;p29"/>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26" name="Google Shape;926;p29"/>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927" name="Google Shape;927;p29"/>
          <p:cNvSpPr/>
          <p:nvPr/>
        </p:nvSpPr>
        <p:spPr>
          <a:xfrm>
            <a:off x="0" y="-335280"/>
            <a:ext cx="12192000" cy="71934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928" name="Google Shape;928;p29"/>
          <p:cNvCxnSpPr/>
          <p:nvPr/>
        </p:nvCxnSpPr>
        <p:spPr>
          <a:xfrm>
            <a:off x="3345180" y="2707281"/>
            <a:ext cx="0" cy="2283900"/>
          </a:xfrm>
          <a:prstGeom prst="straightConnector1">
            <a:avLst/>
          </a:prstGeom>
          <a:noFill/>
          <a:ln w="34925" cap="flat" cmpd="sng">
            <a:solidFill>
              <a:schemeClr val="dk1"/>
            </a:solidFill>
            <a:prstDash val="solid"/>
            <a:miter lim="800000"/>
            <a:headEnd type="none" w="sm" len="sm"/>
            <a:tailEnd type="none" w="sm" len="sm"/>
          </a:ln>
        </p:spPr>
      </p:cxnSp>
      <p:pic>
        <p:nvPicPr>
          <p:cNvPr id="929" name="Google Shape;929;p29"/>
          <p:cNvPicPr preferRelativeResize="0"/>
          <p:nvPr/>
        </p:nvPicPr>
        <p:blipFill rotWithShape="1">
          <a:blip r:embed="rId4">
            <a:alphaModFix/>
          </a:blip>
          <a:srcRect/>
          <a:stretch/>
        </p:blipFill>
        <p:spPr>
          <a:xfrm>
            <a:off x="3451862" y="2544174"/>
            <a:ext cx="4801940" cy="1533432"/>
          </a:xfrm>
          <a:prstGeom prst="rect">
            <a:avLst/>
          </a:prstGeom>
          <a:noFill/>
          <a:ln>
            <a:noFill/>
          </a:ln>
        </p:spPr>
      </p:pic>
      <p:sp>
        <p:nvSpPr>
          <p:cNvPr id="930" name="Google Shape;930;p29"/>
          <p:cNvSpPr/>
          <p:nvPr/>
        </p:nvSpPr>
        <p:spPr>
          <a:xfrm>
            <a:off x="0" y="-335280"/>
            <a:ext cx="12192000" cy="71934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931" name="Google Shape;931;p29"/>
          <p:cNvCxnSpPr/>
          <p:nvPr/>
        </p:nvCxnSpPr>
        <p:spPr>
          <a:xfrm>
            <a:off x="3345180" y="2707281"/>
            <a:ext cx="0" cy="2283900"/>
          </a:xfrm>
          <a:prstGeom prst="straightConnector1">
            <a:avLst/>
          </a:prstGeom>
          <a:noFill/>
          <a:ln w="34925" cap="flat" cmpd="sng">
            <a:solidFill>
              <a:schemeClr val="dk1"/>
            </a:solidFill>
            <a:prstDash val="solid"/>
            <a:miter lim="800000"/>
            <a:headEnd type="none" w="sm" len="sm"/>
            <a:tailEnd type="none" w="sm" len="sm"/>
          </a:ln>
        </p:spPr>
      </p:cxnSp>
      <p:pic>
        <p:nvPicPr>
          <p:cNvPr id="932" name="Google Shape;932;p29"/>
          <p:cNvPicPr preferRelativeResize="0"/>
          <p:nvPr/>
        </p:nvPicPr>
        <p:blipFill rotWithShape="1">
          <a:blip r:embed="rId4">
            <a:alphaModFix/>
          </a:blip>
          <a:srcRect/>
          <a:stretch/>
        </p:blipFill>
        <p:spPr>
          <a:xfrm>
            <a:off x="3451862" y="2544174"/>
            <a:ext cx="4801940" cy="1533432"/>
          </a:xfrm>
          <a:prstGeom prst="rect">
            <a:avLst/>
          </a:prstGeom>
          <a:noFill/>
          <a:ln>
            <a:noFill/>
          </a:ln>
        </p:spPr>
      </p:pic>
    </p:spTree>
    <p:extLst>
      <p:ext uri="{BB962C8B-B14F-4D97-AF65-F5344CB8AC3E}">
        <p14:creationId xmlns:p14="http://schemas.microsoft.com/office/powerpoint/2010/main" val="3106833427"/>
      </p:ext>
    </p:extLst>
  </p:cSld>
  <p:clrMap bg1="lt1" tx1="dk1" bg2="dk2" tx2="lt2" accent1="accent1" accent2="accent2" accent3="accent3" accent4="accent4" accent5="accent5" accent6="accent6" hlink="hlink" folHlink="folHlink"/>
  <p:sldLayoutIdLst>
    <p:sldLayoutId id="2147483680" r:id="rId1"/>
    <p:sldLayoutId id="2147483681" r:id="rId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41"/>
        <p:cNvGrpSpPr/>
        <p:nvPr/>
      </p:nvGrpSpPr>
      <p:grpSpPr>
        <a:xfrm>
          <a:off x="0" y="0"/>
          <a:ext cx="0" cy="0"/>
          <a:chOff x="0" y="0"/>
          <a:chExt cx="0" cy="0"/>
        </a:xfrm>
      </p:grpSpPr>
      <p:sp>
        <p:nvSpPr>
          <p:cNvPr id="942" name="Google Shape;942;p32"/>
          <p:cNvSpPr/>
          <p:nvPr/>
        </p:nvSpPr>
        <p:spPr>
          <a:xfrm>
            <a:off x="0" y="6096000"/>
            <a:ext cx="12192000" cy="7719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43" name="Google Shape;943;p32"/>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944" name="Google Shape;944;p32"/>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45" name="Google Shape;945;p3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46" name="Google Shape;946;p3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47" name="Google Shape;947;p3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948" name="Google Shape;948;p32"/>
          <p:cNvSpPr/>
          <p:nvPr/>
        </p:nvSpPr>
        <p:spPr>
          <a:xfrm>
            <a:off x="0" y="6140361"/>
            <a:ext cx="12192000" cy="7050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949" name="Google Shape;949;p32"/>
          <p:cNvPicPr preferRelativeResize="0"/>
          <p:nvPr/>
        </p:nvPicPr>
        <p:blipFill rotWithShape="1">
          <a:blip r:embed="rId14">
            <a:alphaModFix/>
          </a:blip>
          <a:srcRect/>
          <a:stretch/>
        </p:blipFill>
        <p:spPr>
          <a:xfrm>
            <a:off x="9890762" y="6165912"/>
            <a:ext cx="1935479" cy="618068"/>
          </a:xfrm>
          <a:prstGeom prst="rect">
            <a:avLst/>
          </a:prstGeom>
          <a:noFill/>
          <a:ln>
            <a:noFill/>
          </a:ln>
        </p:spPr>
      </p:pic>
    </p:spTree>
    <p:extLst>
      <p:ext uri="{BB962C8B-B14F-4D97-AF65-F5344CB8AC3E}">
        <p14:creationId xmlns:p14="http://schemas.microsoft.com/office/powerpoint/2010/main" val="3521568297"/>
      </p:ext>
    </p:extLst>
  </p:cSld>
  <p:clrMap bg1="lt1" tx1="dk1" bg2="dk2" tx2="lt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Mahalingam-S/Research-Methodology" TargetMode="External"/><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Mahalingam-S/Research-Methodology" TargetMode="External"/><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8DAD87F-B5D0-FCEA-7BE9-A6D4CFDB34FE}"/>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F8A41BAB-4A21-2F65-9B4A-D6C1F9469FCC}"/>
              </a:ext>
            </a:extLst>
          </p:cNvPr>
          <p:cNvSpPr/>
          <p:nvPr/>
        </p:nvSpPr>
        <p:spPr>
          <a:xfrm>
            <a:off x="457200" y="201168"/>
            <a:ext cx="640080" cy="640080"/>
          </a:xfrm>
          <a:prstGeom prst="rect">
            <a:avLst/>
          </a:prstGeom>
          <a:noFill/>
          <a:ln/>
        </p:spPr>
        <p:txBody>
          <a:bodyPr wrap="square" rtlCol="0" anchor="ctr"/>
          <a:lstStyle/>
          <a:p>
            <a:pPr marL="0" indent="0" algn="ctr">
              <a:buNone/>
            </a:pPr>
            <a:endParaRPr lang="en-US" sz="1000" dirty="0">
              <a:solidFill>
                <a:srgbClr val="FF0000"/>
              </a:solidFill>
            </a:endParaRPr>
          </a:p>
        </p:txBody>
      </p:sp>
      <p:sp>
        <p:nvSpPr>
          <p:cNvPr id="6" name="Text 4">
            <a:extLst>
              <a:ext uri="{FF2B5EF4-FFF2-40B4-BE49-F238E27FC236}">
                <a16:creationId xmlns:a16="http://schemas.microsoft.com/office/drawing/2014/main" id="{7655A980-4B6D-6DC6-C3A7-4AA14DA2A280}"/>
              </a:ext>
            </a:extLst>
          </p:cNvPr>
          <p:cNvSpPr/>
          <p:nvPr/>
        </p:nvSpPr>
        <p:spPr>
          <a:xfrm>
            <a:off x="361950" y="1040545"/>
            <a:ext cx="12724257" cy="360132"/>
          </a:xfrm>
          <a:prstGeom prst="rect">
            <a:avLst/>
          </a:prstGeom>
          <a:noFill/>
          <a:ln/>
        </p:spPr>
        <p:txBody>
          <a:bodyPr wrap="square" rtlCol="0" anchor="ctr"/>
          <a:lstStyle/>
          <a:p>
            <a:pPr marL="0" indent="0">
              <a:buNone/>
            </a:pPr>
            <a:r>
              <a:rPr lang="en-US" sz="1600" b="1" dirty="0">
                <a:solidFill>
                  <a:srgbClr val="FF0000"/>
                </a:solidFill>
                <a:latin typeface="Calibri" pitchFamily="34" charset="0"/>
                <a:ea typeface="Calibri" pitchFamily="34" charset="-122"/>
                <a:cs typeface="Calibri" pitchFamily="34" charset="-120"/>
              </a:rPr>
              <a:t>Group No:  22                                                                                                                                                                                  Category: </a:t>
            </a:r>
            <a:r>
              <a:rPr lang="en-US" sz="1600" dirty="0">
                <a:solidFill>
                  <a:schemeClr val="tx1"/>
                </a:solidFill>
                <a:latin typeface="Calibri" pitchFamily="34" charset="0"/>
                <a:ea typeface="Calibri" pitchFamily="34" charset="-122"/>
                <a:cs typeface="Calibri" pitchFamily="34" charset="-120"/>
              </a:rPr>
              <a:t>Research</a:t>
            </a:r>
            <a:endParaRPr lang="en-US" sz="1600" dirty="0">
              <a:solidFill>
                <a:schemeClr val="tx1"/>
              </a:solidFill>
            </a:endParaRPr>
          </a:p>
        </p:txBody>
      </p:sp>
      <p:sp>
        <p:nvSpPr>
          <p:cNvPr id="8" name="Text 6">
            <a:extLst>
              <a:ext uri="{FF2B5EF4-FFF2-40B4-BE49-F238E27FC236}">
                <a16:creationId xmlns:a16="http://schemas.microsoft.com/office/drawing/2014/main" id="{D3F70CAC-1322-1C90-52C8-F303B1F7537A}"/>
              </a:ext>
            </a:extLst>
          </p:cNvPr>
          <p:cNvSpPr/>
          <p:nvPr/>
        </p:nvSpPr>
        <p:spPr>
          <a:xfrm>
            <a:off x="615696" y="3488054"/>
            <a:ext cx="5120640" cy="228600"/>
          </a:xfrm>
          <a:prstGeom prst="rect">
            <a:avLst/>
          </a:prstGeom>
          <a:noFill/>
          <a:ln/>
        </p:spPr>
        <p:txBody>
          <a:bodyPr wrap="square" rtlCol="0" anchor="ctr"/>
          <a:lstStyle/>
          <a:p>
            <a:pPr marL="0" indent="0">
              <a:buNone/>
            </a:pPr>
            <a:r>
              <a:rPr lang="en-US" b="1" dirty="0">
                <a:solidFill>
                  <a:srgbClr val="FF0000"/>
                </a:solidFill>
                <a:latin typeface="Calibri" pitchFamily="34" charset="0"/>
                <a:ea typeface="Calibri" pitchFamily="34" charset="-122"/>
                <a:cs typeface="Calibri" pitchFamily="34" charset="-120"/>
              </a:rPr>
              <a:t>COLLABORATOR</a:t>
            </a:r>
            <a:endParaRPr lang="en-US" dirty="0">
              <a:solidFill>
                <a:srgbClr val="FF0000"/>
              </a:solidFill>
            </a:endParaRPr>
          </a:p>
        </p:txBody>
      </p:sp>
      <p:sp>
        <p:nvSpPr>
          <p:cNvPr id="9" name="Text 7">
            <a:extLst>
              <a:ext uri="{FF2B5EF4-FFF2-40B4-BE49-F238E27FC236}">
                <a16:creationId xmlns:a16="http://schemas.microsoft.com/office/drawing/2014/main" id="{2E429E90-433C-2F29-9EED-FB75DD820FD9}"/>
              </a:ext>
            </a:extLst>
          </p:cNvPr>
          <p:cNvSpPr/>
          <p:nvPr/>
        </p:nvSpPr>
        <p:spPr>
          <a:xfrm>
            <a:off x="615696" y="3785694"/>
            <a:ext cx="5120640" cy="457200"/>
          </a:xfrm>
          <a:prstGeom prst="rect">
            <a:avLst/>
          </a:prstGeom>
          <a:noFill/>
          <a:ln/>
        </p:spPr>
        <p:txBody>
          <a:bodyPr wrap="square" rtlCol="0" anchor="t"/>
          <a:lstStyle/>
          <a:p>
            <a:pPr marL="0" indent="0">
              <a:buNone/>
            </a:pPr>
            <a:endParaRPr lang="en-US" sz="1600" dirty="0">
              <a:solidFill>
                <a:schemeClr val="tx1"/>
              </a:solidFill>
            </a:endParaRPr>
          </a:p>
        </p:txBody>
      </p:sp>
      <p:sp>
        <p:nvSpPr>
          <p:cNvPr id="11" name="Text 9">
            <a:extLst>
              <a:ext uri="{FF2B5EF4-FFF2-40B4-BE49-F238E27FC236}">
                <a16:creationId xmlns:a16="http://schemas.microsoft.com/office/drawing/2014/main" id="{D15E8890-4F5E-8A75-1B0E-0F56B57A862F}"/>
              </a:ext>
            </a:extLst>
          </p:cNvPr>
          <p:cNvSpPr/>
          <p:nvPr/>
        </p:nvSpPr>
        <p:spPr>
          <a:xfrm>
            <a:off x="7202261" y="3488054"/>
            <a:ext cx="5212080" cy="228600"/>
          </a:xfrm>
          <a:prstGeom prst="rect">
            <a:avLst/>
          </a:prstGeom>
          <a:noFill/>
          <a:ln/>
        </p:spPr>
        <p:txBody>
          <a:bodyPr wrap="square" rtlCol="0" anchor="ctr"/>
          <a:lstStyle/>
          <a:p>
            <a:pPr marL="0" indent="0">
              <a:buNone/>
            </a:pPr>
            <a:r>
              <a:rPr lang="en-US" b="1" dirty="0">
                <a:solidFill>
                  <a:srgbClr val="FF0000"/>
                </a:solidFill>
                <a:latin typeface="Calibri" pitchFamily="34" charset="0"/>
                <a:ea typeface="Calibri" pitchFamily="34" charset="-122"/>
                <a:cs typeface="Calibri" pitchFamily="34" charset="-120"/>
              </a:rPr>
              <a:t>FACULTY GUIDE</a:t>
            </a:r>
            <a:endParaRPr lang="en-US" dirty="0">
              <a:solidFill>
                <a:srgbClr val="FF0000"/>
              </a:solidFill>
            </a:endParaRPr>
          </a:p>
        </p:txBody>
      </p:sp>
      <p:sp>
        <p:nvSpPr>
          <p:cNvPr id="12" name="Text 10">
            <a:extLst>
              <a:ext uri="{FF2B5EF4-FFF2-40B4-BE49-F238E27FC236}">
                <a16:creationId xmlns:a16="http://schemas.microsoft.com/office/drawing/2014/main" id="{BB016EED-0F06-1DC6-288A-29852BE76C74}"/>
              </a:ext>
            </a:extLst>
          </p:cNvPr>
          <p:cNvSpPr/>
          <p:nvPr/>
        </p:nvSpPr>
        <p:spPr>
          <a:xfrm>
            <a:off x="7202261" y="3785694"/>
            <a:ext cx="5212080" cy="457200"/>
          </a:xfrm>
          <a:prstGeom prst="rect">
            <a:avLst/>
          </a:prstGeom>
          <a:noFill/>
          <a:ln/>
        </p:spPr>
        <p:txBody>
          <a:bodyPr wrap="square" rtlCol="0" anchor="t"/>
          <a:lstStyle/>
          <a:p>
            <a:pPr marL="0" indent="0">
              <a:buNone/>
            </a:pPr>
            <a:r>
              <a:rPr lang="en-US" sz="1600" dirty="0">
                <a:solidFill>
                  <a:schemeClr val="tx1"/>
                </a:solidFill>
                <a:latin typeface="Calibri" pitchFamily="34" charset="0"/>
                <a:ea typeface="Calibri" pitchFamily="34" charset="-122"/>
                <a:cs typeface="Calibri" pitchFamily="34" charset="-120"/>
              </a:rPr>
              <a:t>Dr. T. Senthil Kumar, Professor, CSE Department</a:t>
            </a:r>
            <a:endParaRPr lang="en-US" sz="1600" dirty="0">
              <a:solidFill>
                <a:schemeClr val="tx1"/>
              </a:solidFill>
            </a:endParaRPr>
          </a:p>
        </p:txBody>
      </p:sp>
      <p:sp>
        <p:nvSpPr>
          <p:cNvPr id="16" name="Text 13">
            <a:extLst>
              <a:ext uri="{FF2B5EF4-FFF2-40B4-BE49-F238E27FC236}">
                <a16:creationId xmlns:a16="http://schemas.microsoft.com/office/drawing/2014/main" id="{364BABA9-0384-10AA-4E8B-CDBBC77ADE4A}"/>
              </a:ext>
            </a:extLst>
          </p:cNvPr>
          <p:cNvSpPr/>
          <p:nvPr/>
        </p:nvSpPr>
        <p:spPr>
          <a:xfrm>
            <a:off x="-185320" y="5157356"/>
            <a:ext cx="11274552" cy="502920"/>
          </a:xfrm>
          <a:prstGeom prst="rect">
            <a:avLst/>
          </a:prstGeom>
          <a:noFill/>
          <a:ln/>
        </p:spPr>
        <p:txBody>
          <a:bodyPr wrap="square" rtlCol="0" anchor="ctr"/>
          <a:lstStyle/>
          <a:p>
            <a:pPr marL="0" indent="0">
              <a:buNone/>
            </a:pPr>
            <a:r>
              <a:rPr lang="en-US" b="1" dirty="0">
                <a:solidFill>
                  <a:schemeClr val="tx1"/>
                </a:solidFill>
                <a:latin typeface="Calibri" pitchFamily="34" charset="0"/>
                <a:ea typeface="Calibri" pitchFamily="34" charset="-122"/>
                <a:cs typeface="Calibri" pitchFamily="34" charset="-120"/>
              </a:rPr>
              <a:t>                                                     </a:t>
            </a:r>
            <a:r>
              <a:rPr lang="en-US" b="1" dirty="0">
                <a:solidFill>
                  <a:srgbClr val="FF0000"/>
                </a:solidFill>
                <a:latin typeface="Calibri" pitchFamily="34" charset="0"/>
                <a:ea typeface="Calibri" pitchFamily="34" charset="-122"/>
                <a:cs typeface="Calibri" pitchFamily="34" charset="-120"/>
              </a:rPr>
              <a:t> GitHub Repository: </a:t>
            </a:r>
            <a:r>
              <a:rPr lang="en-US" b="1" dirty="0">
                <a:solidFill>
                  <a:srgbClr val="FF0000"/>
                </a:solidFill>
                <a:latin typeface="Calibri" pitchFamily="34" charset="0"/>
                <a:ea typeface="Calibri" pitchFamily="34" charset="-122"/>
                <a:cs typeface="Calibri" pitchFamily="34" charset="-120"/>
                <a:hlinkClick r:id="rId3"/>
              </a:rPr>
              <a:t>https://github.com/Mahalingam-S/Research-Methodology</a:t>
            </a:r>
            <a:r>
              <a:rPr lang="en-US" b="1" dirty="0">
                <a:solidFill>
                  <a:srgbClr val="FF0000"/>
                </a:solidFill>
                <a:latin typeface="Calibri" pitchFamily="34" charset="0"/>
                <a:ea typeface="Calibri" pitchFamily="34" charset="-122"/>
                <a:cs typeface="Calibri" pitchFamily="34" charset="-120"/>
              </a:rPr>
              <a:t>  </a:t>
            </a:r>
            <a:endParaRPr lang="en-US" sz="1200" u="sng" dirty="0">
              <a:solidFill>
                <a:srgbClr val="FF0000"/>
              </a:solidFill>
            </a:endParaRPr>
          </a:p>
        </p:txBody>
      </p:sp>
      <p:sp>
        <p:nvSpPr>
          <p:cNvPr id="17" name="Text 14">
            <a:extLst>
              <a:ext uri="{FF2B5EF4-FFF2-40B4-BE49-F238E27FC236}">
                <a16:creationId xmlns:a16="http://schemas.microsoft.com/office/drawing/2014/main" id="{59719C09-312C-9F23-D491-2CCB8C66BE83}"/>
              </a:ext>
            </a:extLst>
          </p:cNvPr>
          <p:cNvSpPr/>
          <p:nvPr/>
        </p:nvSpPr>
        <p:spPr>
          <a:xfrm>
            <a:off x="11548872" y="6446520"/>
            <a:ext cx="365760" cy="274320"/>
          </a:xfrm>
          <a:prstGeom prst="rect">
            <a:avLst/>
          </a:prstGeom>
          <a:noFill/>
          <a:ln/>
        </p:spPr>
        <p:txBody>
          <a:bodyPr wrap="square" rtlCol="0" anchor="ctr"/>
          <a:lstStyle/>
          <a:p>
            <a:pPr marL="0" indent="0" algn="r">
              <a:buNone/>
            </a:pPr>
            <a:r>
              <a:rPr lang="en-US" sz="1100" dirty="0">
                <a:solidFill>
                  <a:srgbClr val="FF0000"/>
                </a:solidFill>
                <a:latin typeface="Calibri" pitchFamily="34" charset="0"/>
                <a:ea typeface="Calibri" pitchFamily="34" charset="-122"/>
                <a:cs typeface="Calibri" pitchFamily="34" charset="-120"/>
              </a:rPr>
              <a:t>2</a:t>
            </a:r>
            <a:endParaRPr lang="en-US" sz="1100" dirty="0">
              <a:solidFill>
                <a:srgbClr val="FF0000"/>
              </a:solidFill>
            </a:endParaRPr>
          </a:p>
        </p:txBody>
      </p:sp>
      <p:sp>
        <p:nvSpPr>
          <p:cNvPr id="18" name="Text 15">
            <a:extLst>
              <a:ext uri="{FF2B5EF4-FFF2-40B4-BE49-F238E27FC236}">
                <a16:creationId xmlns:a16="http://schemas.microsoft.com/office/drawing/2014/main" id="{74A79F45-C1CA-15AD-B111-ED294E14B72C}"/>
              </a:ext>
            </a:extLst>
          </p:cNvPr>
          <p:cNvSpPr/>
          <p:nvPr/>
        </p:nvSpPr>
        <p:spPr>
          <a:xfrm>
            <a:off x="457200" y="6446520"/>
            <a:ext cx="4572000" cy="274320"/>
          </a:xfrm>
          <a:prstGeom prst="rect">
            <a:avLst/>
          </a:prstGeom>
          <a:noFill/>
          <a:ln/>
        </p:spPr>
        <p:txBody>
          <a:bodyPr wrap="square" rtlCol="0" anchor="ctr"/>
          <a:lstStyle/>
          <a:p>
            <a:pPr marL="0" indent="0">
              <a:buNone/>
            </a:pPr>
            <a:endParaRPr lang="en-US" sz="1050" dirty="0">
              <a:solidFill>
                <a:srgbClr val="FF0000"/>
              </a:solidFill>
            </a:endParaRPr>
          </a:p>
        </p:txBody>
      </p:sp>
      <p:sp>
        <p:nvSpPr>
          <p:cNvPr id="20" name="TextBox 19">
            <a:extLst>
              <a:ext uri="{FF2B5EF4-FFF2-40B4-BE49-F238E27FC236}">
                <a16:creationId xmlns:a16="http://schemas.microsoft.com/office/drawing/2014/main" id="{A87F954D-C7DB-D757-0730-C089171AAA35}"/>
              </a:ext>
            </a:extLst>
          </p:cNvPr>
          <p:cNvSpPr txBox="1"/>
          <p:nvPr/>
        </p:nvSpPr>
        <p:spPr>
          <a:xfrm>
            <a:off x="2638425" y="5581726"/>
            <a:ext cx="12563856" cy="338554"/>
          </a:xfrm>
          <a:prstGeom prst="rect">
            <a:avLst/>
          </a:prstGeom>
          <a:noFill/>
        </p:spPr>
        <p:txBody>
          <a:bodyPr wrap="square">
            <a:spAutoFit/>
          </a:bodyPr>
          <a:lstStyle/>
          <a:p>
            <a:pPr fontAlgn="base"/>
            <a:r>
              <a:rPr lang="en-US" sz="1600" i="1" dirty="0">
                <a:solidFill>
                  <a:srgbClr val="FF0000"/>
                </a:solidFill>
                <a:latin typeface="Calibri" pitchFamily="34" charset="0"/>
                <a:ea typeface="Calibri" pitchFamily="34" charset="-122"/>
                <a:cs typeface="Calibri" pitchFamily="34" charset="-120"/>
              </a:rPr>
              <a:t>This presentation is prepared for</a:t>
            </a:r>
            <a:r>
              <a:rPr lang="en-US" i="1" dirty="0"/>
              <a:t> </a:t>
            </a:r>
            <a:r>
              <a:rPr lang="en-US" b="1" i="1" dirty="0">
                <a:solidFill>
                  <a:srgbClr val="FF0000"/>
                </a:solidFill>
              </a:rPr>
              <a:t>Course </a:t>
            </a:r>
            <a:r>
              <a:rPr lang="en-US" dirty="0">
                <a:solidFill>
                  <a:srgbClr val="FF0000"/>
                </a:solidFill>
              </a:rPr>
              <a:t>​- </a:t>
            </a:r>
            <a:r>
              <a:rPr lang="en-US" b="1" i="1" dirty="0">
                <a:solidFill>
                  <a:srgbClr val="FF0000"/>
                </a:solidFill>
              </a:rPr>
              <a:t>24RM604-Research Methodology </a:t>
            </a:r>
            <a:r>
              <a:rPr lang="en-US" dirty="0">
                <a:solidFill>
                  <a:srgbClr val="FF0000"/>
                </a:solidFill>
              </a:rPr>
              <a:t>​</a:t>
            </a:r>
          </a:p>
        </p:txBody>
      </p:sp>
      <p:pic>
        <p:nvPicPr>
          <p:cNvPr id="22" name="Picture 2" descr="Amrita Vishwa Vidyapeetham, Coimbatore: Courses, Fees ...">
            <a:extLst>
              <a:ext uri="{FF2B5EF4-FFF2-40B4-BE49-F238E27FC236}">
                <a16:creationId xmlns:a16="http://schemas.microsoft.com/office/drawing/2014/main" id="{35E3FEBA-5775-D2B2-2B1A-F47976383DDE}"/>
              </a:ext>
            </a:extLst>
          </p:cNvPr>
          <p:cNvPicPr>
            <a:picLocks noChangeAspect="1" noChangeArrowheads="1"/>
          </p:cNvPicPr>
          <p:nvPr/>
        </p:nvPicPr>
        <p:blipFill>
          <a:blip r:embed="rId4"/>
          <a:srcRect/>
          <a:stretch>
            <a:fillRect/>
          </a:stretch>
        </p:blipFill>
        <p:spPr bwMode="auto">
          <a:xfrm>
            <a:off x="5451956" y="44605"/>
            <a:ext cx="965000" cy="943069"/>
          </a:xfrm>
          <a:prstGeom prst="rect">
            <a:avLst/>
          </a:prstGeom>
          <a:noFill/>
        </p:spPr>
      </p:pic>
      <p:sp>
        <p:nvSpPr>
          <p:cNvPr id="2" name="TextBox 1">
            <a:extLst>
              <a:ext uri="{FF2B5EF4-FFF2-40B4-BE49-F238E27FC236}">
                <a16:creationId xmlns:a16="http://schemas.microsoft.com/office/drawing/2014/main" id="{6DA495CD-99B0-BD71-5028-26169ED8D042}"/>
              </a:ext>
            </a:extLst>
          </p:cNvPr>
          <p:cNvSpPr txBox="1"/>
          <p:nvPr/>
        </p:nvSpPr>
        <p:spPr>
          <a:xfrm>
            <a:off x="6235908" y="5478905"/>
            <a:ext cx="184731" cy="307777"/>
          </a:xfrm>
          <a:prstGeom prst="rect">
            <a:avLst/>
          </a:prstGeom>
          <a:noFill/>
        </p:spPr>
        <p:txBody>
          <a:bodyPr wrap="none" rtlCol="0">
            <a:spAutoFit/>
          </a:bodyPr>
          <a:lstStyle/>
          <a:p>
            <a:endParaRPr lang="en-IN" dirty="0"/>
          </a:p>
        </p:txBody>
      </p:sp>
      <p:sp>
        <p:nvSpPr>
          <p:cNvPr id="13" name="TextBox 12">
            <a:extLst>
              <a:ext uri="{FF2B5EF4-FFF2-40B4-BE49-F238E27FC236}">
                <a16:creationId xmlns:a16="http://schemas.microsoft.com/office/drawing/2014/main" id="{738F233F-29B0-1D6F-D650-78D36DE0C291}"/>
              </a:ext>
            </a:extLst>
          </p:cNvPr>
          <p:cNvSpPr txBox="1"/>
          <p:nvPr/>
        </p:nvSpPr>
        <p:spPr>
          <a:xfrm>
            <a:off x="615696" y="1781051"/>
            <a:ext cx="10718307" cy="1015663"/>
          </a:xfrm>
          <a:prstGeom prst="rect">
            <a:avLst/>
          </a:prstGeom>
          <a:noFill/>
        </p:spPr>
        <p:txBody>
          <a:bodyPr wrap="square">
            <a:spAutoFit/>
          </a:bodyPr>
          <a:lstStyle/>
          <a:p>
            <a:pPr algn="ctr" fontAlgn="ctr">
              <a:buNone/>
            </a:pPr>
            <a:r>
              <a:rPr lang="en-IN" sz="2000" b="1" u="none" strike="noStrike" dirty="0">
                <a:solidFill>
                  <a:srgbClr val="FF0000"/>
                </a:solidFill>
                <a:effectLst/>
                <a:latin typeface="Times New Roman" panose="02020603050405020304" pitchFamily="18" charset="0"/>
                <a:cs typeface="Times New Roman" panose="02020603050405020304" pitchFamily="18" charset="0"/>
              </a:rPr>
              <a:t>AN AI FRAMEWORK FOR AUTOMATED EXAMINATION MONITORING USING FACIAL RECOGNITION, OBJECT DETECTION, AND SPATIAL-TEMPORAL BEHAVIOR ANALYSIS</a:t>
            </a:r>
            <a:endParaRPr lang="en-IN" sz="2000" b="1" i="0" u="none" strike="noStrike" dirty="0">
              <a:solidFill>
                <a:srgbClr val="FF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1532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457200" y="201168"/>
            <a:ext cx="640080" cy="640080"/>
          </a:xfrm>
          <a:prstGeom prst="rect">
            <a:avLst/>
          </a:prstGeom>
          <a:noFill/>
          <a:ln/>
        </p:spPr>
        <p:txBody>
          <a:bodyPr wrap="square" rtlCol="0" anchor="ctr"/>
          <a:lstStyle/>
          <a:p>
            <a:pPr marL="0" indent="0" algn="ctr">
              <a:buNone/>
            </a:pPr>
            <a:endParaRPr lang="en-US" sz="1000" dirty="0">
              <a:solidFill>
                <a:srgbClr val="FF0000"/>
              </a:solidFill>
            </a:endParaRPr>
          </a:p>
        </p:txBody>
      </p:sp>
      <p:graphicFrame>
        <p:nvGraphicFramePr>
          <p:cNvPr id="14" name="Table 0"/>
          <p:cNvGraphicFramePr>
            <a:graphicFrameLocks noGrp="1"/>
          </p:cNvGraphicFramePr>
          <p:nvPr>
            <p:extLst>
              <p:ext uri="{D42A27DB-BD31-4B8C-83A1-F6EECF244321}">
                <p14:modId xmlns:p14="http://schemas.microsoft.com/office/powerpoint/2010/main" val="214204203"/>
              </p:ext>
            </p:extLst>
          </p:nvPr>
        </p:nvGraphicFramePr>
        <p:xfrm>
          <a:off x="367284" y="1114260"/>
          <a:ext cx="11457432" cy="4472724"/>
        </p:xfrm>
        <a:graphic>
          <a:graphicData uri="http://schemas.openxmlformats.org/drawingml/2006/table">
            <a:tbl>
              <a:tblPr/>
              <a:tblGrid>
                <a:gridCol w="1208002">
                  <a:extLst>
                    <a:ext uri="{9D8B030D-6E8A-4147-A177-3AD203B41FA5}">
                      <a16:colId xmlns:a16="http://schemas.microsoft.com/office/drawing/2014/main" val="20000"/>
                    </a:ext>
                  </a:extLst>
                </a:gridCol>
                <a:gridCol w="2137234">
                  <a:extLst>
                    <a:ext uri="{9D8B030D-6E8A-4147-A177-3AD203B41FA5}">
                      <a16:colId xmlns:a16="http://schemas.microsoft.com/office/drawing/2014/main" val="20001"/>
                    </a:ext>
                  </a:extLst>
                </a:gridCol>
                <a:gridCol w="1022155">
                  <a:extLst>
                    <a:ext uri="{9D8B030D-6E8A-4147-A177-3AD203B41FA5}">
                      <a16:colId xmlns:a16="http://schemas.microsoft.com/office/drawing/2014/main" val="20002"/>
                    </a:ext>
                  </a:extLst>
                </a:gridCol>
                <a:gridCol w="2787696">
                  <a:extLst>
                    <a:ext uri="{9D8B030D-6E8A-4147-A177-3AD203B41FA5}">
                      <a16:colId xmlns:a16="http://schemas.microsoft.com/office/drawing/2014/main" val="20003"/>
                    </a:ext>
                  </a:extLst>
                </a:gridCol>
                <a:gridCol w="1393848">
                  <a:extLst>
                    <a:ext uri="{9D8B030D-6E8A-4147-A177-3AD203B41FA5}">
                      <a16:colId xmlns:a16="http://schemas.microsoft.com/office/drawing/2014/main" val="20004"/>
                    </a:ext>
                  </a:extLst>
                </a:gridCol>
                <a:gridCol w="2908497">
                  <a:extLst>
                    <a:ext uri="{9D8B030D-6E8A-4147-A177-3AD203B41FA5}">
                      <a16:colId xmlns:a16="http://schemas.microsoft.com/office/drawing/2014/main" val="20005"/>
                    </a:ext>
                  </a:extLst>
                </a:gridCol>
              </a:tblGrid>
              <a:tr h="1118181">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Roll No</a:t>
                      </a:r>
                      <a:endParaRPr lang="en-US" sz="18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C00000"/>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Name</a:t>
                      </a:r>
                      <a:endParaRPr lang="en-US" sz="18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C00000"/>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Photo</a:t>
                      </a:r>
                      <a:endParaRPr lang="en-US" sz="18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C00000"/>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Email ID</a:t>
                      </a:r>
                      <a:endParaRPr lang="en-US" sz="18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C00000"/>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Mobile No</a:t>
                      </a:r>
                      <a:endParaRPr lang="en-US" sz="18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C00000"/>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GitHub URL</a:t>
                      </a:r>
                      <a:endParaRPr lang="en-US" sz="18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1118181">
                <a:tc>
                  <a:txBody>
                    <a:bodyPr/>
                    <a:lstStyle/>
                    <a:p>
                      <a:pPr marL="0" indent="0" algn="ctr">
                        <a:buNone/>
                      </a:pPr>
                      <a:r>
                        <a:rPr lang="en-US" sz="1000" dirty="0">
                          <a:latin typeface="Calibri" charset="0"/>
                          <a:ea typeface="Calibri" charset="0"/>
                          <a:cs typeface="Calibri" charset="0"/>
                        </a:rPr>
                        <a:t>CB.SC.P2CSE26027</a:t>
                      </a: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endParaRPr lang="en-US" sz="1000" dirty="0">
                        <a:solidFill>
                          <a:schemeClr val="tx1">
                            <a:lumMod val="95000"/>
                            <a:lumOff val="5000"/>
                          </a:schemeClr>
                        </a:solidFill>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r>
                        <a:rPr lang="en-US" sz="1000" dirty="0">
                          <a:latin typeface="Calibri" charset="0"/>
                          <a:ea typeface="Calibri" charset="0"/>
                          <a:cs typeface="Calibri" charset="0"/>
                        </a:rPr>
                        <a:t>cb.sc.p2cse26027@cb.students.amrita.edu</a:t>
                      </a: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18181">
                <a:tc>
                  <a:txBody>
                    <a:bodyPr/>
                    <a:lstStyle/>
                    <a:p>
                      <a:pPr marL="0" indent="0" algn="ctr">
                        <a:buNone/>
                      </a:pPr>
                      <a:r>
                        <a:rPr lang="en-US" sz="1000" dirty="0">
                          <a:latin typeface="Calibri" charset="0"/>
                          <a:ea typeface="Calibri" charset="0"/>
                          <a:cs typeface="Calibri" charset="0"/>
                        </a:rPr>
                        <a:t>CB.SC.P2CSE26016</a:t>
                      </a: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r>
                        <a:rPr lang="en-US" sz="1000" dirty="0">
                          <a:latin typeface="Calibri" charset="0"/>
                          <a:ea typeface="Calibri" charset="0"/>
                          <a:cs typeface="Calibri" charset="0"/>
                        </a:rPr>
                        <a:t>Mahalingam Shanmugam</a:t>
                      </a: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latin typeface="Calibri" charset="0"/>
                          <a:ea typeface="Calibri" charset="0"/>
                          <a:cs typeface="Calibri" charset="0"/>
                        </a:rPr>
                        <a:t>cb.sc.p2cse26016@cb.students.amrita.edu</a:t>
                      </a:r>
                    </a:p>
                    <a:p>
                      <a:pPr marL="0" indent="0" algn="ctr">
                        <a:buNone/>
                      </a:pP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r>
                        <a:rPr lang="en-US" sz="1000" dirty="0">
                          <a:latin typeface="Calibri" charset="0"/>
                          <a:ea typeface="Calibri" charset="0"/>
                          <a:cs typeface="Calibri" charset="0"/>
                        </a:rPr>
                        <a:t>8682007553</a:t>
                      </a: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r>
                        <a:rPr lang="en-US" sz="1000" dirty="0">
                          <a:latin typeface="Calibri" charset="0"/>
                          <a:ea typeface="Calibri" charset="0"/>
                          <a:cs typeface="Calibri" charset="0"/>
                          <a:hlinkClick r:id="rId3"/>
                        </a:rPr>
                        <a:t>https://github.com/Mahalingam-S/Research-Methodology</a:t>
                      </a:r>
                      <a:r>
                        <a:rPr lang="en-US" sz="1000" dirty="0">
                          <a:latin typeface="Calibri" charset="0"/>
                          <a:ea typeface="Calibri" charset="0"/>
                          <a:cs typeface="Calibri" charset="0"/>
                        </a:rPr>
                        <a:t> </a:t>
                      </a: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118181">
                <a:tc>
                  <a:txBody>
                    <a:bodyPr/>
                    <a:lstStyle/>
                    <a:p>
                      <a:pPr marL="0" indent="0" algn="ctr">
                        <a:buNone/>
                      </a:pPr>
                      <a:r>
                        <a:rPr lang="en-US" sz="1000" dirty="0">
                          <a:latin typeface="Calibri" charset="0"/>
                          <a:ea typeface="Calibri" charset="0"/>
                          <a:cs typeface="Calibri" charset="0"/>
                        </a:rPr>
                        <a:t>CB.SC.P2AIE26040</a:t>
                      </a: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latin typeface="Calibri" charset="0"/>
                          <a:ea typeface="Calibri" charset="0"/>
                          <a:cs typeface="Calibri" charset="0"/>
                        </a:rPr>
                        <a:t>cb.sc.p2aie26040@cb.students.amrita.edu</a:t>
                      </a:r>
                    </a:p>
                    <a:p>
                      <a:pPr marL="0" indent="0" algn="ctr">
                        <a:buNone/>
                      </a:pP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7" name="Text 14"/>
          <p:cNvSpPr/>
          <p:nvPr/>
        </p:nvSpPr>
        <p:spPr>
          <a:xfrm>
            <a:off x="11548872" y="6446520"/>
            <a:ext cx="365760" cy="274320"/>
          </a:xfrm>
          <a:prstGeom prst="rect">
            <a:avLst/>
          </a:prstGeom>
          <a:noFill/>
          <a:ln/>
        </p:spPr>
        <p:txBody>
          <a:bodyPr wrap="square" rtlCol="0" anchor="ctr"/>
          <a:lstStyle/>
          <a:p>
            <a:pPr marL="0" indent="0" algn="r">
              <a:buNone/>
            </a:pPr>
            <a:r>
              <a:rPr lang="en-US" sz="1100" dirty="0">
                <a:solidFill>
                  <a:srgbClr val="FF0000"/>
                </a:solidFill>
                <a:latin typeface="Calibri" pitchFamily="34" charset="0"/>
                <a:ea typeface="Calibri" pitchFamily="34" charset="-122"/>
                <a:cs typeface="Calibri" pitchFamily="34" charset="-120"/>
              </a:rPr>
              <a:t>2</a:t>
            </a:r>
            <a:endParaRPr lang="en-US" sz="1100" dirty="0">
              <a:solidFill>
                <a:srgbClr val="FF0000"/>
              </a:solidFill>
            </a:endParaRPr>
          </a:p>
        </p:txBody>
      </p:sp>
      <p:sp>
        <p:nvSpPr>
          <p:cNvPr id="18" name="Text 15"/>
          <p:cNvSpPr/>
          <p:nvPr/>
        </p:nvSpPr>
        <p:spPr>
          <a:xfrm>
            <a:off x="457200" y="6446520"/>
            <a:ext cx="4572000" cy="274320"/>
          </a:xfrm>
          <a:prstGeom prst="rect">
            <a:avLst/>
          </a:prstGeom>
          <a:noFill/>
          <a:ln/>
        </p:spPr>
        <p:txBody>
          <a:bodyPr wrap="square" rtlCol="0" anchor="ctr"/>
          <a:lstStyle/>
          <a:p>
            <a:pPr marL="0" indent="0">
              <a:buNone/>
            </a:pPr>
            <a:endParaRPr lang="en-US" sz="1050" dirty="0">
              <a:solidFill>
                <a:srgbClr val="FF0000"/>
              </a:solidFill>
            </a:endParaRPr>
          </a:p>
        </p:txBody>
      </p:sp>
      <p:pic>
        <p:nvPicPr>
          <p:cNvPr id="22" name="Picture 2" descr="Amrita Vishwa Vidyapeetham, Coimbatore: Courses, Fees ...">
            <a:extLst>
              <a:ext uri="{FF2B5EF4-FFF2-40B4-BE49-F238E27FC236}">
                <a16:creationId xmlns:a16="http://schemas.microsoft.com/office/drawing/2014/main" id="{8F23BC69-80AD-8BA8-BC5B-CEF206E32DE4}"/>
              </a:ext>
            </a:extLst>
          </p:cNvPr>
          <p:cNvPicPr>
            <a:picLocks noChangeAspect="1" noChangeArrowheads="1"/>
          </p:cNvPicPr>
          <p:nvPr/>
        </p:nvPicPr>
        <p:blipFill>
          <a:blip r:embed="rId4"/>
          <a:srcRect/>
          <a:stretch>
            <a:fillRect/>
          </a:stretch>
        </p:blipFill>
        <p:spPr bwMode="auto">
          <a:xfrm>
            <a:off x="5451956" y="44605"/>
            <a:ext cx="965000" cy="943069"/>
          </a:xfrm>
          <a:prstGeom prst="rect">
            <a:avLst/>
          </a:prstGeom>
          <a:noFill/>
        </p:spPr>
      </p:pic>
      <p:sp>
        <p:nvSpPr>
          <p:cNvPr id="2" name="TextBox 1">
            <a:extLst>
              <a:ext uri="{FF2B5EF4-FFF2-40B4-BE49-F238E27FC236}">
                <a16:creationId xmlns:a16="http://schemas.microsoft.com/office/drawing/2014/main" id="{699BF8A3-D40E-A7CF-C51B-BD1CBA89178B}"/>
              </a:ext>
            </a:extLst>
          </p:cNvPr>
          <p:cNvSpPr txBox="1"/>
          <p:nvPr/>
        </p:nvSpPr>
        <p:spPr>
          <a:xfrm>
            <a:off x="6235908" y="5478905"/>
            <a:ext cx="184731" cy="307777"/>
          </a:xfrm>
          <a:prstGeom prst="rect">
            <a:avLst/>
          </a:prstGeom>
          <a:noFill/>
        </p:spPr>
        <p:txBody>
          <a:bodyPr wrap="none" rtlCol="0">
            <a:spAutoFit/>
          </a:bodyPr>
          <a:lstStyle/>
          <a:p>
            <a:endParaRPr lang="en-IN" dirty="0"/>
          </a:p>
        </p:txBody>
      </p:sp>
      <p:pic>
        <p:nvPicPr>
          <p:cNvPr id="5" name="Picture 4">
            <a:extLst>
              <a:ext uri="{FF2B5EF4-FFF2-40B4-BE49-F238E27FC236}">
                <a16:creationId xmlns:a16="http://schemas.microsoft.com/office/drawing/2014/main" id="{033AF24C-6F05-C580-FB7D-5E2E280F7DC0}"/>
              </a:ext>
            </a:extLst>
          </p:cNvPr>
          <p:cNvPicPr>
            <a:picLocks noChangeAspect="1"/>
          </p:cNvPicPr>
          <p:nvPr/>
        </p:nvPicPr>
        <p:blipFill>
          <a:blip r:embed="rId5"/>
          <a:stretch>
            <a:fillRect/>
          </a:stretch>
        </p:blipFill>
        <p:spPr>
          <a:xfrm>
            <a:off x="3812875" y="3492260"/>
            <a:ext cx="793631" cy="79363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4ACAD12-353C-B414-020A-8644D3E82FE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D9804C5-A273-99E0-D64D-FCE67B768E22}"/>
              </a:ext>
            </a:extLst>
          </p:cNvPr>
          <p:cNvSpPr/>
          <p:nvPr/>
        </p:nvSpPr>
        <p:spPr>
          <a:xfrm>
            <a:off x="464820" y="221426"/>
            <a:ext cx="7315200" cy="502920"/>
          </a:xfrm>
          <a:prstGeom prst="rect">
            <a:avLst/>
          </a:prstGeom>
          <a:noFill/>
          <a:ln/>
        </p:spPr>
        <p:txBody>
          <a:bodyPr wrap="square" rtlCol="0" anchor="ctr"/>
          <a:lstStyle/>
          <a:p>
            <a:pPr marL="0" indent="0">
              <a:buNone/>
            </a:pPr>
            <a:r>
              <a:rPr lang="en-US" sz="3000" b="1" dirty="0">
                <a:solidFill>
                  <a:srgbClr val="FF0000"/>
                </a:solidFill>
                <a:latin typeface="Cambria" pitchFamily="34" charset="0"/>
                <a:ea typeface="Cambria" pitchFamily="34" charset="-122"/>
                <a:cs typeface="Cambria" pitchFamily="34" charset="-120"/>
              </a:rPr>
              <a:t>Introduction:</a:t>
            </a:r>
            <a:endParaRPr lang="en-US" sz="3000" dirty="0">
              <a:solidFill>
                <a:srgbClr val="FF0000"/>
              </a:solidFill>
            </a:endParaRPr>
          </a:p>
        </p:txBody>
      </p:sp>
      <p:sp>
        <p:nvSpPr>
          <p:cNvPr id="3" name="Text 1">
            <a:extLst>
              <a:ext uri="{FF2B5EF4-FFF2-40B4-BE49-F238E27FC236}">
                <a16:creationId xmlns:a16="http://schemas.microsoft.com/office/drawing/2014/main" id="{89E292BE-2A40-69CB-256B-B001FB874D27}"/>
              </a:ext>
            </a:extLst>
          </p:cNvPr>
          <p:cNvSpPr/>
          <p:nvPr/>
        </p:nvSpPr>
        <p:spPr>
          <a:xfrm>
            <a:off x="457200" y="960120"/>
            <a:ext cx="5486400" cy="914400"/>
          </a:xfrm>
          <a:prstGeom prst="rect">
            <a:avLst/>
          </a:prstGeom>
          <a:noFill/>
          <a:ln/>
        </p:spPr>
        <p:txBody>
          <a:bodyPr wrap="square" rtlCol="0" anchor="ctr"/>
          <a:lstStyle/>
          <a:p>
            <a:pPr marL="0" indent="0">
              <a:buNone/>
            </a:pPr>
            <a:endParaRPr lang="en-US" sz="1200" dirty="0">
              <a:solidFill>
                <a:srgbClr val="FF0000"/>
              </a:solidFill>
            </a:endParaRPr>
          </a:p>
        </p:txBody>
      </p:sp>
      <p:sp>
        <p:nvSpPr>
          <p:cNvPr id="5" name="Text 3">
            <a:extLst>
              <a:ext uri="{FF2B5EF4-FFF2-40B4-BE49-F238E27FC236}">
                <a16:creationId xmlns:a16="http://schemas.microsoft.com/office/drawing/2014/main" id="{80A59EEE-F929-7418-6524-C7A8EE014937}"/>
              </a:ext>
            </a:extLst>
          </p:cNvPr>
          <p:cNvSpPr/>
          <p:nvPr/>
        </p:nvSpPr>
        <p:spPr>
          <a:xfrm>
            <a:off x="457200" y="2011680"/>
            <a:ext cx="411480" cy="411480"/>
          </a:xfrm>
          <a:prstGeom prst="rect">
            <a:avLst/>
          </a:prstGeom>
          <a:noFill/>
          <a:ln/>
        </p:spPr>
        <p:txBody>
          <a:bodyPr wrap="square" rtlCol="0" anchor="ctr"/>
          <a:lstStyle/>
          <a:p>
            <a:pPr marL="0" indent="0" algn="ctr">
              <a:buNone/>
            </a:pPr>
            <a:endParaRPr lang="en-US" sz="1800" dirty="0">
              <a:solidFill>
                <a:srgbClr val="FF0000"/>
              </a:solidFill>
            </a:endParaRPr>
          </a:p>
        </p:txBody>
      </p:sp>
      <p:sp>
        <p:nvSpPr>
          <p:cNvPr id="7" name="Text 5">
            <a:extLst>
              <a:ext uri="{FF2B5EF4-FFF2-40B4-BE49-F238E27FC236}">
                <a16:creationId xmlns:a16="http://schemas.microsoft.com/office/drawing/2014/main" id="{8DFFC5CD-049A-41B7-FD8C-D979F846421D}"/>
              </a:ext>
            </a:extLst>
          </p:cNvPr>
          <p:cNvSpPr/>
          <p:nvPr/>
        </p:nvSpPr>
        <p:spPr>
          <a:xfrm>
            <a:off x="1005840" y="2468880"/>
            <a:ext cx="4846320" cy="640080"/>
          </a:xfrm>
          <a:prstGeom prst="rect">
            <a:avLst/>
          </a:prstGeom>
          <a:noFill/>
          <a:ln/>
        </p:spPr>
        <p:txBody>
          <a:bodyPr wrap="square" rtlCol="0" anchor="ctr"/>
          <a:lstStyle/>
          <a:p>
            <a:pPr marL="0" indent="0">
              <a:buNone/>
            </a:pPr>
            <a:endParaRPr lang="en-US" sz="1200" dirty="0">
              <a:solidFill>
                <a:srgbClr val="FF0000"/>
              </a:solidFill>
            </a:endParaRPr>
          </a:p>
        </p:txBody>
      </p:sp>
      <p:sp>
        <p:nvSpPr>
          <p:cNvPr id="9" name="Text 7">
            <a:extLst>
              <a:ext uri="{FF2B5EF4-FFF2-40B4-BE49-F238E27FC236}">
                <a16:creationId xmlns:a16="http://schemas.microsoft.com/office/drawing/2014/main" id="{DE0B1F89-9D78-AB49-3D71-50E43966F2E3}"/>
              </a:ext>
            </a:extLst>
          </p:cNvPr>
          <p:cNvSpPr/>
          <p:nvPr/>
        </p:nvSpPr>
        <p:spPr>
          <a:xfrm>
            <a:off x="457200" y="3291840"/>
            <a:ext cx="411480" cy="411480"/>
          </a:xfrm>
          <a:prstGeom prst="rect">
            <a:avLst/>
          </a:prstGeom>
          <a:noFill/>
          <a:ln/>
        </p:spPr>
        <p:txBody>
          <a:bodyPr wrap="square" rtlCol="0" anchor="ctr"/>
          <a:lstStyle/>
          <a:p>
            <a:pPr marL="0" indent="0" algn="ctr">
              <a:buNone/>
            </a:pPr>
            <a:endParaRPr lang="en-US" sz="1800" dirty="0">
              <a:solidFill>
                <a:srgbClr val="FF0000"/>
              </a:solidFill>
            </a:endParaRPr>
          </a:p>
        </p:txBody>
      </p:sp>
      <p:sp>
        <p:nvSpPr>
          <p:cNvPr id="11" name="Text 9">
            <a:extLst>
              <a:ext uri="{FF2B5EF4-FFF2-40B4-BE49-F238E27FC236}">
                <a16:creationId xmlns:a16="http://schemas.microsoft.com/office/drawing/2014/main" id="{076A0670-4C83-DEC5-2E53-BDDBB8DFE957}"/>
              </a:ext>
            </a:extLst>
          </p:cNvPr>
          <p:cNvSpPr/>
          <p:nvPr/>
        </p:nvSpPr>
        <p:spPr>
          <a:xfrm>
            <a:off x="1005840" y="3749040"/>
            <a:ext cx="4846320" cy="1371600"/>
          </a:xfrm>
          <a:prstGeom prst="rect">
            <a:avLst/>
          </a:prstGeom>
          <a:noFill/>
          <a:ln/>
        </p:spPr>
        <p:txBody>
          <a:bodyPr wrap="square" rtlCol="0" anchor="ctr"/>
          <a:lstStyle/>
          <a:p>
            <a:pPr marL="342900" indent="-342900">
              <a:spcAft>
                <a:spcPts val="600"/>
              </a:spcAft>
              <a:buSzPct val="100000"/>
              <a:buChar char="•"/>
            </a:pPr>
            <a:endParaRPr lang="en-US" sz="1200" dirty="0">
              <a:solidFill>
                <a:srgbClr val="FF0000"/>
              </a:solidFill>
            </a:endParaRPr>
          </a:p>
        </p:txBody>
      </p:sp>
      <p:sp>
        <p:nvSpPr>
          <p:cNvPr id="15" name="Text 13">
            <a:extLst>
              <a:ext uri="{FF2B5EF4-FFF2-40B4-BE49-F238E27FC236}">
                <a16:creationId xmlns:a16="http://schemas.microsoft.com/office/drawing/2014/main" id="{0EB9FAC6-2BDA-9CC2-0BCB-2442DC55D957}"/>
              </a:ext>
            </a:extLst>
          </p:cNvPr>
          <p:cNvSpPr/>
          <p:nvPr/>
        </p:nvSpPr>
        <p:spPr>
          <a:xfrm>
            <a:off x="6195060" y="3383280"/>
            <a:ext cx="1051560" cy="640080"/>
          </a:xfrm>
          <a:prstGeom prst="rect">
            <a:avLst/>
          </a:prstGeom>
          <a:noFill/>
          <a:ln/>
        </p:spPr>
        <p:txBody>
          <a:bodyPr wrap="square" rtlCol="0" anchor="ctr"/>
          <a:lstStyle/>
          <a:p>
            <a:pPr marL="0" indent="0" algn="ctr">
              <a:buNone/>
            </a:pPr>
            <a:endParaRPr lang="en-US" sz="1000" dirty="0">
              <a:solidFill>
                <a:srgbClr val="FF0000"/>
              </a:solidFill>
            </a:endParaRPr>
          </a:p>
        </p:txBody>
      </p:sp>
      <p:sp>
        <p:nvSpPr>
          <p:cNvPr id="18" name="Text 16">
            <a:extLst>
              <a:ext uri="{FF2B5EF4-FFF2-40B4-BE49-F238E27FC236}">
                <a16:creationId xmlns:a16="http://schemas.microsoft.com/office/drawing/2014/main" id="{4F5B3D1E-1648-F579-124F-174B76C87574}"/>
              </a:ext>
            </a:extLst>
          </p:cNvPr>
          <p:cNvSpPr/>
          <p:nvPr/>
        </p:nvSpPr>
        <p:spPr>
          <a:xfrm>
            <a:off x="7566660" y="3383280"/>
            <a:ext cx="1051560" cy="640080"/>
          </a:xfrm>
          <a:prstGeom prst="rect">
            <a:avLst/>
          </a:prstGeom>
          <a:noFill/>
          <a:ln/>
        </p:spPr>
        <p:txBody>
          <a:bodyPr wrap="square" rtlCol="0" anchor="ctr"/>
          <a:lstStyle/>
          <a:p>
            <a:pPr marL="0" indent="0" algn="ctr">
              <a:buNone/>
            </a:pPr>
            <a:endParaRPr lang="en-US" sz="1000" dirty="0">
              <a:solidFill>
                <a:srgbClr val="FF0000"/>
              </a:solidFill>
            </a:endParaRPr>
          </a:p>
        </p:txBody>
      </p:sp>
      <p:sp>
        <p:nvSpPr>
          <p:cNvPr id="21" name="Text 19">
            <a:extLst>
              <a:ext uri="{FF2B5EF4-FFF2-40B4-BE49-F238E27FC236}">
                <a16:creationId xmlns:a16="http://schemas.microsoft.com/office/drawing/2014/main" id="{72DB7FDE-9B28-41BB-7702-11D30384CE71}"/>
              </a:ext>
            </a:extLst>
          </p:cNvPr>
          <p:cNvSpPr/>
          <p:nvPr/>
        </p:nvSpPr>
        <p:spPr>
          <a:xfrm>
            <a:off x="8938260" y="3383280"/>
            <a:ext cx="1051560" cy="640080"/>
          </a:xfrm>
          <a:prstGeom prst="rect">
            <a:avLst/>
          </a:prstGeom>
          <a:noFill/>
          <a:ln/>
        </p:spPr>
        <p:txBody>
          <a:bodyPr wrap="square" rtlCol="0" anchor="ctr"/>
          <a:lstStyle/>
          <a:p>
            <a:pPr marL="0" indent="0" algn="ctr">
              <a:buNone/>
            </a:pPr>
            <a:endParaRPr lang="en-US" sz="1000" dirty="0">
              <a:solidFill>
                <a:srgbClr val="FF0000"/>
              </a:solidFill>
            </a:endParaRPr>
          </a:p>
        </p:txBody>
      </p:sp>
      <p:sp>
        <p:nvSpPr>
          <p:cNvPr id="25" name="Text 23">
            <a:extLst>
              <a:ext uri="{FF2B5EF4-FFF2-40B4-BE49-F238E27FC236}">
                <a16:creationId xmlns:a16="http://schemas.microsoft.com/office/drawing/2014/main" id="{274BB5EA-4E4C-D783-22CA-1895B9963921}"/>
              </a:ext>
            </a:extLst>
          </p:cNvPr>
          <p:cNvSpPr/>
          <p:nvPr/>
        </p:nvSpPr>
        <p:spPr>
          <a:xfrm>
            <a:off x="5989320" y="5394960"/>
            <a:ext cx="5577840" cy="548640"/>
          </a:xfrm>
          <a:prstGeom prst="rect">
            <a:avLst/>
          </a:prstGeom>
          <a:noFill/>
          <a:ln/>
        </p:spPr>
        <p:txBody>
          <a:bodyPr wrap="square" rtlCol="0" anchor="ctr"/>
          <a:lstStyle/>
          <a:p>
            <a:pPr marL="0" indent="0" algn="ctr">
              <a:buNone/>
            </a:pPr>
            <a:endParaRPr lang="en-US" sz="1000" dirty="0">
              <a:solidFill>
                <a:srgbClr val="FF0000"/>
              </a:solidFill>
            </a:endParaRPr>
          </a:p>
        </p:txBody>
      </p:sp>
      <p:sp>
        <p:nvSpPr>
          <p:cNvPr id="26" name="Text 24">
            <a:extLst>
              <a:ext uri="{FF2B5EF4-FFF2-40B4-BE49-F238E27FC236}">
                <a16:creationId xmlns:a16="http://schemas.microsoft.com/office/drawing/2014/main" id="{C16F43D1-5F12-39CF-61B6-4FF231E7B434}"/>
              </a:ext>
            </a:extLst>
          </p:cNvPr>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FF0000"/>
                </a:solidFill>
                <a:latin typeface="Calibri" pitchFamily="34" charset="0"/>
                <a:ea typeface="Calibri" pitchFamily="34" charset="-122"/>
                <a:cs typeface="Calibri" pitchFamily="34" charset="-120"/>
              </a:rPr>
              <a:t>3</a:t>
            </a:r>
            <a:endParaRPr lang="en-US" sz="1000" dirty="0">
              <a:solidFill>
                <a:srgbClr val="FF0000"/>
              </a:solidFill>
            </a:endParaRPr>
          </a:p>
        </p:txBody>
      </p:sp>
      <p:sp>
        <p:nvSpPr>
          <p:cNvPr id="8" name="TextBox 7">
            <a:extLst>
              <a:ext uri="{FF2B5EF4-FFF2-40B4-BE49-F238E27FC236}">
                <a16:creationId xmlns:a16="http://schemas.microsoft.com/office/drawing/2014/main" id="{04BF719C-25F2-DEE6-C350-DFD2EBACACC6}"/>
              </a:ext>
            </a:extLst>
          </p:cNvPr>
          <p:cNvSpPr txBox="1"/>
          <p:nvPr/>
        </p:nvSpPr>
        <p:spPr>
          <a:xfrm>
            <a:off x="464820" y="600306"/>
            <a:ext cx="11269980" cy="5565947"/>
          </a:xfrm>
          <a:prstGeom prst="rect">
            <a:avLst/>
          </a:prstGeom>
          <a:noFill/>
        </p:spPr>
        <p:txBody>
          <a:bodyPr wrap="square" rtlCol="0">
            <a:spAutoFit/>
          </a:bodyPr>
          <a:lstStyle/>
          <a:p>
            <a:pPr algn="just">
              <a:lnSpc>
                <a:spcPct val="150000"/>
              </a:lnSpc>
            </a:pPr>
            <a:r>
              <a:rPr lang="en-IN" sz="2400" dirty="0">
                <a:latin typeface="Times New Roman" panose="02020603050405020304" pitchFamily="18" charset="0"/>
                <a:cs typeface="Times New Roman" panose="02020603050405020304" pitchFamily="18" charset="0"/>
              </a:rPr>
              <a:t>In higher education institutions, maintaining academic integrity during laboratory assessments and computer-based examinations is an important requirement. Conventional invigilation largely depends on human proctors to continuously monitor students throughout the examination. However, this approach can become challenging in large laboratory environments containing multiple computer workstations. Prolonged monitoring may increase the possibility of missed incidents, while advances in cheating methods have introduced challenges such as the use of smartphones, smartwatches, and other concealed electronic devices, as well as non-verbal communication between students. Furthermore, maintaining sufficient numbers of human invigilators for large-scale examinations can increase administrative and operational costs.</a:t>
            </a:r>
            <a:endParaRPr lang="en-IN" sz="2400" dirty="0">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548992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40030"/>
            <a:ext cx="7315200" cy="502920"/>
          </a:xfrm>
          <a:prstGeom prst="rect">
            <a:avLst/>
          </a:prstGeom>
          <a:noFill/>
          <a:ln/>
        </p:spPr>
        <p:txBody>
          <a:bodyPr wrap="square" rtlCol="0" anchor="ctr"/>
          <a:lstStyle/>
          <a:p>
            <a:pPr marL="0" indent="0">
              <a:buNone/>
            </a:pPr>
            <a:r>
              <a:rPr lang="en-US" sz="3000" b="1" dirty="0">
                <a:solidFill>
                  <a:srgbClr val="FF0000"/>
                </a:solidFill>
                <a:latin typeface="Cambria" pitchFamily="34" charset="0"/>
                <a:ea typeface="Cambria" pitchFamily="34" charset="-122"/>
                <a:cs typeface="Cambria" pitchFamily="34" charset="-120"/>
              </a:rPr>
              <a:t>Problem Statement:</a:t>
            </a:r>
            <a:endParaRPr lang="en-US" sz="3000" dirty="0">
              <a:solidFill>
                <a:srgbClr val="FF0000"/>
              </a:solidFill>
            </a:endParaRPr>
          </a:p>
        </p:txBody>
      </p:sp>
      <p:sp>
        <p:nvSpPr>
          <p:cNvPr id="3" name="Text 1"/>
          <p:cNvSpPr/>
          <p:nvPr/>
        </p:nvSpPr>
        <p:spPr>
          <a:xfrm>
            <a:off x="457200" y="960120"/>
            <a:ext cx="5486400" cy="914400"/>
          </a:xfrm>
          <a:prstGeom prst="rect">
            <a:avLst/>
          </a:prstGeom>
          <a:noFill/>
          <a:ln/>
        </p:spPr>
        <p:txBody>
          <a:bodyPr wrap="square" rtlCol="0" anchor="ctr"/>
          <a:lstStyle/>
          <a:p>
            <a:pPr marL="0" indent="0">
              <a:buNone/>
            </a:pPr>
            <a:endParaRPr lang="en-US" sz="1200" dirty="0">
              <a:solidFill>
                <a:srgbClr val="FF0000"/>
              </a:solidFill>
            </a:endParaRPr>
          </a:p>
        </p:txBody>
      </p:sp>
      <p:sp>
        <p:nvSpPr>
          <p:cNvPr id="5" name="Text 3"/>
          <p:cNvSpPr/>
          <p:nvPr/>
        </p:nvSpPr>
        <p:spPr>
          <a:xfrm>
            <a:off x="457200" y="2011680"/>
            <a:ext cx="411480" cy="411480"/>
          </a:xfrm>
          <a:prstGeom prst="rect">
            <a:avLst/>
          </a:prstGeom>
          <a:noFill/>
          <a:ln/>
        </p:spPr>
        <p:txBody>
          <a:bodyPr wrap="square" rtlCol="0" anchor="ctr"/>
          <a:lstStyle/>
          <a:p>
            <a:pPr marL="0" indent="0" algn="ctr">
              <a:buNone/>
            </a:pPr>
            <a:endParaRPr lang="en-US" sz="1800" dirty="0">
              <a:solidFill>
                <a:srgbClr val="FF0000"/>
              </a:solidFill>
            </a:endParaRPr>
          </a:p>
        </p:txBody>
      </p:sp>
      <p:sp>
        <p:nvSpPr>
          <p:cNvPr id="7" name="Text 5"/>
          <p:cNvSpPr/>
          <p:nvPr/>
        </p:nvSpPr>
        <p:spPr>
          <a:xfrm>
            <a:off x="1005840" y="2468880"/>
            <a:ext cx="4846320" cy="640080"/>
          </a:xfrm>
          <a:prstGeom prst="rect">
            <a:avLst/>
          </a:prstGeom>
          <a:noFill/>
          <a:ln/>
        </p:spPr>
        <p:txBody>
          <a:bodyPr wrap="square" rtlCol="0" anchor="ctr"/>
          <a:lstStyle/>
          <a:p>
            <a:pPr marL="0" indent="0">
              <a:buNone/>
            </a:pPr>
            <a:endParaRPr lang="en-US" sz="1200" dirty="0">
              <a:solidFill>
                <a:srgbClr val="FF0000"/>
              </a:solidFill>
            </a:endParaRPr>
          </a:p>
        </p:txBody>
      </p:sp>
      <p:sp>
        <p:nvSpPr>
          <p:cNvPr id="9" name="Text 7"/>
          <p:cNvSpPr/>
          <p:nvPr/>
        </p:nvSpPr>
        <p:spPr>
          <a:xfrm>
            <a:off x="457200" y="3291840"/>
            <a:ext cx="411480" cy="411480"/>
          </a:xfrm>
          <a:prstGeom prst="rect">
            <a:avLst/>
          </a:prstGeom>
          <a:noFill/>
          <a:ln/>
        </p:spPr>
        <p:txBody>
          <a:bodyPr wrap="square" rtlCol="0" anchor="ctr"/>
          <a:lstStyle/>
          <a:p>
            <a:pPr marL="0" indent="0" algn="ctr">
              <a:buNone/>
            </a:pPr>
            <a:endParaRPr lang="en-US" sz="1800" dirty="0">
              <a:solidFill>
                <a:srgbClr val="FF0000"/>
              </a:solidFill>
            </a:endParaRPr>
          </a:p>
        </p:txBody>
      </p:sp>
      <p:sp>
        <p:nvSpPr>
          <p:cNvPr id="11" name="Text 9"/>
          <p:cNvSpPr/>
          <p:nvPr/>
        </p:nvSpPr>
        <p:spPr>
          <a:xfrm>
            <a:off x="1005840" y="3749040"/>
            <a:ext cx="4846320" cy="1371600"/>
          </a:xfrm>
          <a:prstGeom prst="rect">
            <a:avLst/>
          </a:prstGeom>
          <a:noFill/>
          <a:ln/>
        </p:spPr>
        <p:txBody>
          <a:bodyPr wrap="square" rtlCol="0" anchor="ctr"/>
          <a:lstStyle/>
          <a:p>
            <a:pPr marL="342900" indent="-342900">
              <a:spcAft>
                <a:spcPts val="600"/>
              </a:spcAft>
              <a:buSzPct val="100000"/>
              <a:buChar char="•"/>
            </a:pPr>
            <a:endParaRPr lang="en-US" sz="1200" dirty="0">
              <a:solidFill>
                <a:srgbClr val="FF0000"/>
              </a:solidFill>
            </a:endParaRPr>
          </a:p>
        </p:txBody>
      </p:sp>
      <p:sp>
        <p:nvSpPr>
          <p:cNvPr id="15" name="Text 13"/>
          <p:cNvSpPr/>
          <p:nvPr/>
        </p:nvSpPr>
        <p:spPr>
          <a:xfrm>
            <a:off x="6195060" y="3383280"/>
            <a:ext cx="1051560" cy="640080"/>
          </a:xfrm>
          <a:prstGeom prst="rect">
            <a:avLst/>
          </a:prstGeom>
          <a:noFill/>
          <a:ln/>
        </p:spPr>
        <p:txBody>
          <a:bodyPr wrap="square" rtlCol="0" anchor="ctr"/>
          <a:lstStyle/>
          <a:p>
            <a:pPr marL="0" indent="0" algn="ctr">
              <a:buNone/>
            </a:pPr>
            <a:endParaRPr lang="en-US" sz="1000" dirty="0">
              <a:solidFill>
                <a:srgbClr val="FF0000"/>
              </a:solidFill>
            </a:endParaRPr>
          </a:p>
        </p:txBody>
      </p:sp>
      <p:sp>
        <p:nvSpPr>
          <p:cNvPr id="18" name="Text 16"/>
          <p:cNvSpPr/>
          <p:nvPr/>
        </p:nvSpPr>
        <p:spPr>
          <a:xfrm>
            <a:off x="7566660" y="3383280"/>
            <a:ext cx="1051560" cy="640080"/>
          </a:xfrm>
          <a:prstGeom prst="rect">
            <a:avLst/>
          </a:prstGeom>
          <a:noFill/>
          <a:ln/>
        </p:spPr>
        <p:txBody>
          <a:bodyPr wrap="square" rtlCol="0" anchor="ctr"/>
          <a:lstStyle/>
          <a:p>
            <a:pPr marL="0" indent="0" algn="ctr">
              <a:buNone/>
            </a:pPr>
            <a:endParaRPr lang="en-US" sz="1000" dirty="0">
              <a:solidFill>
                <a:srgbClr val="FF0000"/>
              </a:solidFill>
            </a:endParaRPr>
          </a:p>
        </p:txBody>
      </p:sp>
      <p:sp>
        <p:nvSpPr>
          <p:cNvPr id="21" name="Text 19"/>
          <p:cNvSpPr/>
          <p:nvPr/>
        </p:nvSpPr>
        <p:spPr>
          <a:xfrm>
            <a:off x="8938260" y="3383280"/>
            <a:ext cx="1051560" cy="640080"/>
          </a:xfrm>
          <a:prstGeom prst="rect">
            <a:avLst/>
          </a:prstGeom>
          <a:noFill/>
          <a:ln/>
        </p:spPr>
        <p:txBody>
          <a:bodyPr wrap="square" rtlCol="0" anchor="ctr"/>
          <a:lstStyle/>
          <a:p>
            <a:pPr marL="0" indent="0" algn="ctr">
              <a:buNone/>
            </a:pPr>
            <a:endParaRPr lang="en-US" sz="1000" dirty="0">
              <a:solidFill>
                <a:srgbClr val="FF0000"/>
              </a:solidFill>
            </a:endParaRPr>
          </a:p>
        </p:txBody>
      </p:sp>
      <p:sp>
        <p:nvSpPr>
          <p:cNvPr id="25" name="Text 23"/>
          <p:cNvSpPr/>
          <p:nvPr/>
        </p:nvSpPr>
        <p:spPr>
          <a:xfrm>
            <a:off x="5989320" y="5394960"/>
            <a:ext cx="5577840" cy="548640"/>
          </a:xfrm>
          <a:prstGeom prst="rect">
            <a:avLst/>
          </a:prstGeom>
          <a:noFill/>
          <a:ln/>
        </p:spPr>
        <p:txBody>
          <a:bodyPr wrap="square" rtlCol="0" anchor="ctr"/>
          <a:lstStyle/>
          <a:p>
            <a:pPr marL="0" indent="0" algn="ctr">
              <a:buNone/>
            </a:pPr>
            <a:endParaRPr lang="en-US" sz="1000" dirty="0">
              <a:solidFill>
                <a:srgbClr val="FF0000"/>
              </a:solidFill>
            </a:endParaRPr>
          </a:p>
        </p:txBody>
      </p:sp>
      <p:sp>
        <p:nvSpPr>
          <p:cNvPr id="26" name="Text 2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FF0000"/>
                </a:solidFill>
                <a:latin typeface="Calibri" pitchFamily="34" charset="0"/>
                <a:ea typeface="Calibri" pitchFamily="34" charset="-122"/>
                <a:cs typeface="Calibri" pitchFamily="34" charset="-120"/>
              </a:rPr>
              <a:t>3</a:t>
            </a:r>
            <a:endParaRPr lang="en-US" sz="1000" dirty="0">
              <a:solidFill>
                <a:srgbClr val="FF0000"/>
              </a:solidFill>
            </a:endParaRPr>
          </a:p>
        </p:txBody>
      </p:sp>
      <p:sp>
        <p:nvSpPr>
          <p:cNvPr id="8" name="TextBox 7">
            <a:extLst>
              <a:ext uri="{FF2B5EF4-FFF2-40B4-BE49-F238E27FC236}">
                <a16:creationId xmlns:a16="http://schemas.microsoft.com/office/drawing/2014/main" id="{61EBA826-CD66-BCEB-491C-AEFA795371B0}"/>
              </a:ext>
            </a:extLst>
          </p:cNvPr>
          <p:cNvSpPr txBox="1"/>
          <p:nvPr/>
        </p:nvSpPr>
        <p:spPr>
          <a:xfrm>
            <a:off x="501626" y="689067"/>
            <a:ext cx="10834777" cy="6119945"/>
          </a:xfrm>
          <a:prstGeom prst="rect">
            <a:avLst/>
          </a:prstGeom>
          <a:noFill/>
        </p:spPr>
        <p:txBody>
          <a:bodyPr wrap="square" rtlCol="0">
            <a:spAutoFit/>
          </a:bodyPr>
          <a:lstStyle/>
          <a:p>
            <a:pPr algn="just">
              <a:lnSpc>
                <a:spcPct val="150000"/>
              </a:lnSpc>
            </a:pPr>
            <a:r>
              <a:rPr lang="en-IN" sz="2400" dirty="0">
                <a:latin typeface="Times New Roman" panose="02020603050405020304" pitchFamily="18" charset="0"/>
                <a:cs typeface="Times New Roman" panose="02020603050405020304" pitchFamily="18" charset="0"/>
              </a:rPr>
              <a:t>Maintaining academic integrity during computer-based laboratory examinations is challenging when a limited number of invigilators must monitor many students simultaneously. In a large computer laboratory, it is difficult for human invigilators to continuously observe every workstation throughout the examination. Students may use prohibited objects such as mobile phones, books, papers, or smart devices, or may communicate with nearby students without being noticed immediately.</a:t>
            </a:r>
          </a:p>
          <a:p>
            <a:pPr algn="just">
              <a:lnSpc>
                <a:spcPct val="150000"/>
              </a:lnSpc>
            </a:pPr>
            <a:r>
              <a:rPr lang="en-IN" sz="2400" dirty="0">
                <a:latin typeface="Times New Roman" panose="02020603050405020304" pitchFamily="18" charset="0"/>
                <a:cs typeface="Times New Roman" panose="02020603050405020304" pitchFamily="18" charset="0"/>
              </a:rPr>
              <a:t>Traditional monitoring mainly depends on continuous human observation, which can result in missed suspicious activities, particularly when many students are present.</a:t>
            </a:r>
          </a:p>
          <a:p>
            <a:pPr algn="just">
              <a:lnSpc>
                <a:spcPct val="150000"/>
              </a:lnSpc>
            </a:pPr>
            <a:endParaRPr lang="en-IN" sz="2400" dirty="0">
              <a:latin typeface="Times New Roman" panose="02020603050405020304" pitchFamily="18" charset="0"/>
              <a:cs typeface="Times New Roman" panose="02020603050405020304" pitchFamily="18" charset="0"/>
            </a:endParaRPr>
          </a:p>
          <a:p>
            <a:pPr algn="just">
              <a:lnSpc>
                <a:spcPct val="150000"/>
              </a:lnSpc>
            </a:pPr>
            <a:endParaRPr lang="en-IN" sz="2400" dirty="0">
              <a:latin typeface="Times New Roman" panose="02020603050405020304" pitchFamily="18" charset="0"/>
              <a:cs typeface="Times New Roman" panose="02020603050405020304" pitchFamily="18" charset="0"/>
            </a:endParaRPr>
          </a:p>
          <a:p>
            <a:pPr algn="just">
              <a:lnSpc>
                <a:spcPct val="150000"/>
              </a:lnSpc>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8">
            <a:extLst>
              <a:ext uri="{FF2B5EF4-FFF2-40B4-BE49-F238E27FC236}">
                <a16:creationId xmlns:a16="http://schemas.microsoft.com/office/drawing/2014/main" id="{660280E6-5773-9942-3313-3EF468D31A1A}"/>
              </a:ext>
            </a:extLst>
          </p:cNvPr>
          <p:cNvSpPr/>
          <p:nvPr/>
        </p:nvSpPr>
        <p:spPr>
          <a:xfrm>
            <a:off x="524163" y="2656839"/>
            <a:ext cx="4572000" cy="411480"/>
          </a:xfrm>
          <a:prstGeom prst="rect">
            <a:avLst/>
          </a:prstGeom>
          <a:noFill/>
          <a:ln/>
        </p:spPr>
        <p:txBody>
          <a:bodyPr wrap="square" rtlCol="0" anchor="ctr"/>
          <a:lstStyle/>
          <a:p>
            <a:pPr marL="0" indent="0">
              <a:buNone/>
            </a:pPr>
            <a:endParaRPr lang="en-US" sz="3000" b="1" dirty="0">
              <a:solidFill>
                <a:srgbClr val="FF0000"/>
              </a:solidFill>
              <a:latin typeface="Cambria" pitchFamily="34" charset="0"/>
              <a:ea typeface="Cambria" pitchFamily="34" charset="-122"/>
            </a:endParaRPr>
          </a:p>
        </p:txBody>
      </p:sp>
      <p:sp>
        <p:nvSpPr>
          <p:cNvPr id="3" name="TextBox 2">
            <a:extLst>
              <a:ext uri="{FF2B5EF4-FFF2-40B4-BE49-F238E27FC236}">
                <a16:creationId xmlns:a16="http://schemas.microsoft.com/office/drawing/2014/main" id="{278E1463-8445-E332-52C5-D2DD07C09D29}"/>
              </a:ext>
            </a:extLst>
          </p:cNvPr>
          <p:cNvSpPr txBox="1"/>
          <p:nvPr/>
        </p:nvSpPr>
        <p:spPr>
          <a:xfrm>
            <a:off x="524163" y="646981"/>
            <a:ext cx="10802320" cy="4457952"/>
          </a:xfrm>
          <a:prstGeom prst="rect">
            <a:avLst/>
          </a:prstGeom>
          <a:noFill/>
        </p:spPr>
        <p:txBody>
          <a:bodyPr wrap="square">
            <a:spAutoFit/>
          </a:bodyPr>
          <a:lstStyle/>
          <a:p>
            <a:pPr algn="just">
              <a:lnSpc>
                <a:spcPct val="150000"/>
              </a:lnSpc>
            </a:pPr>
            <a:r>
              <a:rPr lang="en-IN" sz="2400" dirty="0">
                <a:latin typeface="Times New Roman" panose="02020603050405020304" pitchFamily="18" charset="0"/>
                <a:cs typeface="Times New Roman" panose="02020603050405020304" pitchFamily="18" charset="0"/>
              </a:rPr>
              <a:t>Therefore, there is a need for an AI-assisted examination monitoring system that can automatically identify predefined suspicious activities from laboratory surveillance cameras and notify the invigilator for further verification.</a:t>
            </a:r>
          </a:p>
          <a:p>
            <a:pPr algn="just">
              <a:lnSpc>
                <a:spcPct val="150000"/>
              </a:lnSpc>
            </a:pPr>
            <a:r>
              <a:rPr lang="en-IN" sz="2400" dirty="0">
                <a:latin typeface="Times New Roman" panose="02020603050405020304" pitchFamily="18" charset="0"/>
                <a:cs typeface="Times New Roman" panose="02020603050405020304" pitchFamily="18" charset="0"/>
              </a:rPr>
              <a:t>The proposed system focuses on detecting physical malpractice indicators such as prohibited objects, unusual student movements, and potential communication between candidates. Instead of replacing human invigilators, the system is intended to act as an intelligent monitoring assistant that reduces their monitoring burden and provides recorded evidence of detected events for subsequent review.</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0345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4">
            <a:extLst>
              <a:ext uri="{FF2B5EF4-FFF2-40B4-BE49-F238E27FC236}">
                <a16:creationId xmlns:a16="http://schemas.microsoft.com/office/drawing/2014/main" id="{B53EF865-AB9F-1428-7F93-B034157382FC}"/>
              </a:ext>
            </a:extLst>
          </p:cNvPr>
          <p:cNvSpPr/>
          <p:nvPr/>
        </p:nvSpPr>
        <p:spPr>
          <a:xfrm>
            <a:off x="610427" y="484500"/>
            <a:ext cx="4572000" cy="411480"/>
          </a:xfrm>
          <a:prstGeom prst="rect">
            <a:avLst/>
          </a:prstGeom>
          <a:noFill/>
          <a:ln/>
        </p:spPr>
        <p:txBody>
          <a:bodyPr wrap="square" rtlCol="0" anchor="ctr"/>
          <a:lstStyle/>
          <a:p>
            <a:r>
              <a:rPr lang="en-US" sz="3000" b="1" dirty="0">
                <a:solidFill>
                  <a:srgbClr val="FF0000"/>
                </a:solidFill>
                <a:latin typeface="Cambria" pitchFamily="34" charset="0"/>
                <a:ea typeface="Cambria" pitchFamily="34" charset="-122"/>
              </a:rPr>
              <a:t>SDG </a:t>
            </a:r>
          </a:p>
        </p:txBody>
      </p:sp>
      <p:sp>
        <p:nvSpPr>
          <p:cNvPr id="5" name="TextBox 4">
            <a:extLst>
              <a:ext uri="{FF2B5EF4-FFF2-40B4-BE49-F238E27FC236}">
                <a16:creationId xmlns:a16="http://schemas.microsoft.com/office/drawing/2014/main" id="{2FE0E198-9FB4-98BE-5F73-85B3B100DEE8}"/>
              </a:ext>
            </a:extLst>
          </p:cNvPr>
          <p:cNvSpPr txBox="1"/>
          <p:nvPr/>
        </p:nvSpPr>
        <p:spPr>
          <a:xfrm>
            <a:off x="610427" y="1112808"/>
            <a:ext cx="10638418" cy="2795958"/>
          </a:xfrm>
          <a:prstGeom prst="rect">
            <a:avLst/>
          </a:prstGeom>
          <a:noFill/>
        </p:spPr>
        <p:txBody>
          <a:bodyPr wrap="square">
            <a:spAutoFit/>
          </a:bodyPr>
          <a:lstStyle/>
          <a:p>
            <a:pPr>
              <a:lnSpc>
                <a:spcPct val="150000"/>
              </a:lnSpc>
            </a:pPr>
            <a:r>
              <a:rPr lang="en-IN" sz="2400" b="1" dirty="0">
                <a:latin typeface="Times New Roman" panose="02020603050405020304" pitchFamily="18" charset="0"/>
                <a:cs typeface="Times New Roman" panose="02020603050405020304" pitchFamily="18" charset="0"/>
              </a:rPr>
              <a:t>SDG 4 – Quality Education </a:t>
            </a:r>
            <a:endParaRPr lang="en-IN" sz="2400" dirty="0">
              <a:latin typeface="Times New Roman" panose="02020603050405020304" pitchFamily="18" charset="0"/>
              <a:cs typeface="Times New Roman" panose="02020603050405020304" pitchFamily="18" charset="0"/>
            </a:endParaRPr>
          </a:p>
          <a:p>
            <a:pPr>
              <a:lnSpc>
                <a:spcPct val="150000"/>
              </a:lnSpc>
              <a:buNone/>
            </a:pPr>
            <a:r>
              <a:rPr lang="en-IN" sz="2400" dirty="0">
                <a:latin typeface="Times New Roman" panose="02020603050405020304" pitchFamily="18" charset="0"/>
                <a:cs typeface="Times New Roman" panose="02020603050405020304" pitchFamily="18" charset="0"/>
              </a:rPr>
              <a:t>Our project promotes </a:t>
            </a:r>
            <a:r>
              <a:rPr lang="en-IN" sz="2400" b="1" dirty="0">
                <a:latin typeface="Times New Roman" panose="02020603050405020304" pitchFamily="18" charset="0"/>
                <a:cs typeface="Times New Roman" panose="02020603050405020304" pitchFamily="18" charset="0"/>
              </a:rPr>
              <a:t>quality and equitable education</a:t>
            </a:r>
            <a:r>
              <a:rPr lang="en-IN" sz="2400" dirty="0">
                <a:latin typeface="Times New Roman" panose="02020603050405020304" pitchFamily="18" charset="0"/>
                <a:cs typeface="Times New Roman" panose="02020603050405020304" pitchFamily="18" charset="0"/>
              </a:rPr>
              <a:t> by supporting academic integrity during computer-based examinations, assisting invigilators in identifying potential malpractice, and providing reliable evidence for reviewing suspicious examination events.</a:t>
            </a:r>
          </a:p>
        </p:txBody>
      </p:sp>
    </p:spTree>
    <p:extLst>
      <p:ext uri="{BB962C8B-B14F-4D97-AF65-F5344CB8AC3E}">
        <p14:creationId xmlns:p14="http://schemas.microsoft.com/office/powerpoint/2010/main" val="1492612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63FAB-A7AE-F650-E126-3B6AEC549F97}"/>
            </a:ext>
          </a:extLst>
        </p:cNvPr>
        <p:cNvGrpSpPr/>
        <p:nvPr/>
      </p:nvGrpSpPr>
      <p:grpSpPr>
        <a:xfrm>
          <a:off x="0" y="0"/>
          <a:ext cx="0" cy="0"/>
          <a:chOff x="0" y="0"/>
          <a:chExt cx="0" cy="0"/>
        </a:xfrm>
      </p:grpSpPr>
      <p:sp>
        <p:nvSpPr>
          <p:cNvPr id="5" name="Text 4">
            <a:extLst>
              <a:ext uri="{FF2B5EF4-FFF2-40B4-BE49-F238E27FC236}">
                <a16:creationId xmlns:a16="http://schemas.microsoft.com/office/drawing/2014/main" id="{503D39EB-831E-53BA-DE8F-34CD6C329781}"/>
              </a:ext>
            </a:extLst>
          </p:cNvPr>
          <p:cNvSpPr/>
          <p:nvPr/>
        </p:nvSpPr>
        <p:spPr>
          <a:xfrm>
            <a:off x="524163" y="397948"/>
            <a:ext cx="11744325" cy="411480"/>
          </a:xfrm>
          <a:prstGeom prst="rect">
            <a:avLst/>
          </a:prstGeom>
          <a:noFill/>
          <a:ln/>
        </p:spPr>
        <p:txBody>
          <a:bodyPr wrap="square" rtlCol="0" anchor="ctr"/>
          <a:lstStyle/>
          <a:p>
            <a:r>
              <a:rPr sz="2400" b="1" dirty="0">
                <a:solidFill>
                  <a:srgbClr val="FF0000"/>
                </a:solidFill>
                <a:latin typeface="Times New Roman" panose="02020603050405020304" pitchFamily="18" charset="0"/>
                <a:cs typeface="Times New Roman" panose="02020603050405020304" pitchFamily="18" charset="0"/>
              </a:rPr>
              <a:t>LITERATURE REVIEW</a:t>
            </a:r>
          </a:p>
        </p:txBody>
      </p:sp>
      <p:sp>
        <p:nvSpPr>
          <p:cNvPr id="6" name="TextBox 5"/>
          <p:cNvSpPr txBox="1"/>
          <p:nvPr/>
        </p:nvSpPr>
        <p:spPr>
          <a:xfrm>
            <a:off x="548640" y="829570"/>
            <a:ext cx="11064240" cy="5198859"/>
          </a:xfrm>
          <a:prstGeom prst="rect">
            <a:avLst/>
          </a:prstGeom>
          <a:noFill/>
        </p:spPr>
        <p:txBody>
          <a:bodyPr wrap="square" tIns="91440" bIns="91440">
            <a:spAutoFit/>
          </a:bodyPr>
          <a:lstStyle/>
          <a:p>
            <a:pPr>
              <a:spcAft>
                <a:spcPts val="600"/>
              </a:spcAft>
            </a:pPr>
            <a:r>
              <a:rPr sz="2000" b="1" dirty="0">
                <a:solidFill>
                  <a:schemeClr val="tx1"/>
                </a:solidFill>
                <a:latin typeface="Times New Roman" panose="02020603050405020304" pitchFamily="18" charset="0"/>
                <a:cs typeface="Times New Roman" panose="02020603050405020304" pitchFamily="18" charset="0"/>
              </a:rPr>
              <a:t>Smart CCTV Exam Monitoring to Detect and Alert Suspicious Activities Using Deep Transfer Learning</a:t>
            </a:r>
          </a:p>
          <a:p>
            <a:pPr algn="just">
              <a:spcAft>
                <a:spcPts val="500"/>
              </a:spcAft>
            </a:pPr>
            <a:r>
              <a:rPr sz="2000" b="1" dirty="0">
                <a:solidFill>
                  <a:srgbClr val="222222"/>
                </a:solidFill>
                <a:latin typeface="Times New Roman" panose="02020603050405020304" pitchFamily="18" charset="0"/>
                <a:cs typeface="Times New Roman" panose="02020603050405020304" pitchFamily="18" charset="0"/>
              </a:rPr>
              <a:t>Authors: </a:t>
            </a:r>
            <a:r>
              <a:rPr sz="2000" dirty="0">
                <a:solidFill>
                  <a:srgbClr val="333333"/>
                </a:solidFill>
                <a:latin typeface="Times New Roman" panose="02020603050405020304" pitchFamily="18" charset="0"/>
                <a:cs typeface="Times New Roman" panose="02020603050405020304" pitchFamily="18" charset="0"/>
              </a:rPr>
              <a:t>E. M. </a:t>
            </a:r>
            <a:r>
              <a:rPr sz="2000" dirty="0" err="1">
                <a:solidFill>
                  <a:srgbClr val="333333"/>
                </a:solidFill>
                <a:latin typeface="Times New Roman" panose="02020603050405020304" pitchFamily="18" charset="0"/>
                <a:cs typeface="Times New Roman" panose="02020603050405020304" pitchFamily="18" charset="0"/>
              </a:rPr>
              <a:t>Imaha</a:t>
            </a:r>
            <a:r>
              <a:rPr sz="2000" dirty="0">
                <a:solidFill>
                  <a:srgbClr val="333333"/>
                </a:solidFill>
                <a:latin typeface="Times New Roman" panose="02020603050405020304" pitchFamily="18" charset="0"/>
                <a:cs typeface="Times New Roman" panose="02020603050405020304" pitchFamily="18" charset="0"/>
              </a:rPr>
              <a:t>, R. D. I. </a:t>
            </a:r>
            <a:r>
              <a:rPr sz="2000" dirty="0" err="1">
                <a:solidFill>
                  <a:srgbClr val="333333"/>
                </a:solidFill>
                <a:latin typeface="Times New Roman" panose="02020603050405020304" pitchFamily="18" charset="0"/>
                <a:cs typeface="Times New Roman" panose="02020603050405020304" pitchFamily="18" charset="0"/>
              </a:rPr>
              <a:t>Puspitasari</a:t>
            </a:r>
            <a:r>
              <a:rPr sz="2000" dirty="0">
                <a:solidFill>
                  <a:srgbClr val="333333"/>
                </a:solidFill>
                <a:latin typeface="Times New Roman" panose="02020603050405020304" pitchFamily="18" charset="0"/>
                <a:cs typeface="Times New Roman" panose="02020603050405020304" pitchFamily="18" charset="0"/>
              </a:rPr>
              <a:t>, F. Q. Annisa, H. </a:t>
            </a:r>
            <a:r>
              <a:rPr sz="2000" dirty="0" err="1">
                <a:solidFill>
                  <a:srgbClr val="333333"/>
                </a:solidFill>
                <a:latin typeface="Times New Roman" panose="02020603050405020304" pitchFamily="18" charset="0"/>
                <a:cs typeface="Times New Roman" panose="02020603050405020304" pitchFamily="18" charset="0"/>
              </a:rPr>
              <a:t>Prayogi</a:t>
            </a:r>
            <a:r>
              <a:rPr sz="2000" dirty="0">
                <a:solidFill>
                  <a:srgbClr val="333333"/>
                </a:solidFill>
                <a:latin typeface="Times New Roman" panose="02020603050405020304" pitchFamily="18" charset="0"/>
                <a:cs typeface="Times New Roman" panose="02020603050405020304" pitchFamily="18" charset="0"/>
              </a:rPr>
              <a:t>, and I. </a:t>
            </a:r>
            <a:r>
              <a:rPr sz="2000" dirty="0" err="1">
                <a:solidFill>
                  <a:srgbClr val="333333"/>
                </a:solidFill>
                <a:latin typeface="Times New Roman" panose="02020603050405020304" pitchFamily="18" charset="0"/>
                <a:cs typeface="Times New Roman" panose="02020603050405020304" pitchFamily="18" charset="0"/>
              </a:rPr>
              <a:t>Fitriyaningsih</a:t>
            </a:r>
            <a:r>
              <a:rPr sz="2000" dirty="0">
                <a:solidFill>
                  <a:srgbClr val="333333"/>
                </a:solidFill>
                <a:latin typeface="Times New Roman" panose="02020603050405020304" pitchFamily="18" charset="0"/>
                <a:cs typeface="Times New Roman" panose="02020603050405020304" pitchFamily="18" charset="0"/>
              </a:rPr>
              <a:t> — Procedia Computer Science (Elsevier), 2025</a:t>
            </a:r>
          </a:p>
          <a:p>
            <a:pPr algn="just">
              <a:spcAft>
                <a:spcPts val="500"/>
              </a:spcAft>
            </a:pPr>
            <a:r>
              <a:rPr sz="2000" b="1" dirty="0">
                <a:solidFill>
                  <a:srgbClr val="222222"/>
                </a:solidFill>
                <a:latin typeface="Times New Roman" panose="02020603050405020304" pitchFamily="18" charset="0"/>
                <a:cs typeface="Times New Roman" panose="02020603050405020304" pitchFamily="18" charset="0"/>
              </a:rPr>
              <a:t>Methodology: </a:t>
            </a:r>
            <a:r>
              <a:rPr sz="2000" dirty="0">
                <a:solidFill>
                  <a:srgbClr val="333333"/>
                </a:solidFill>
                <a:latin typeface="Times New Roman" panose="02020603050405020304" pitchFamily="18" charset="0"/>
                <a:cs typeface="Times New Roman" panose="02020603050405020304" pitchFamily="18" charset="0"/>
              </a:rPr>
              <a:t>The study utilizes pre-installed overhead laboratory CCTV cameras and deep transfer learning to identify physical cheating postures from wide-angle room video streams without per-desk hardware.</a:t>
            </a:r>
          </a:p>
          <a:p>
            <a:pPr algn="just">
              <a:spcAft>
                <a:spcPts val="500"/>
              </a:spcAft>
            </a:pPr>
            <a:r>
              <a:rPr sz="2000" b="1" dirty="0">
                <a:solidFill>
                  <a:srgbClr val="222222"/>
                </a:solidFill>
                <a:latin typeface="Times New Roman" panose="02020603050405020304" pitchFamily="18" charset="0"/>
                <a:cs typeface="Times New Roman" panose="02020603050405020304" pitchFamily="18" charset="0"/>
              </a:rPr>
              <a:t>Algorithms Used: </a:t>
            </a:r>
            <a:r>
              <a:rPr sz="2000" dirty="0">
                <a:solidFill>
                  <a:srgbClr val="333333"/>
                </a:solidFill>
                <a:latin typeface="Times New Roman" panose="02020603050405020304" pitchFamily="18" charset="0"/>
                <a:cs typeface="Times New Roman" panose="02020603050405020304" pitchFamily="18" charset="0"/>
              </a:rPr>
              <a:t>Deep Transfer Learning, </a:t>
            </a:r>
            <a:r>
              <a:rPr sz="2000" dirty="0" err="1">
                <a:solidFill>
                  <a:srgbClr val="333333"/>
                </a:solidFill>
                <a:latin typeface="Times New Roman" panose="02020603050405020304" pitchFamily="18" charset="0"/>
                <a:cs typeface="Times New Roman" panose="02020603050405020304" pitchFamily="18" charset="0"/>
              </a:rPr>
              <a:t>ResNet</a:t>
            </a:r>
            <a:r>
              <a:rPr sz="2000" dirty="0">
                <a:solidFill>
                  <a:srgbClr val="333333"/>
                </a:solidFill>
                <a:latin typeface="Times New Roman" panose="02020603050405020304" pitchFamily="18" charset="0"/>
                <a:cs typeface="Times New Roman" panose="02020603050405020304" pitchFamily="18" charset="0"/>
              </a:rPr>
              <a:t> CNN Spatial Feature Extractor</a:t>
            </a:r>
          </a:p>
          <a:p>
            <a:pPr algn="just">
              <a:spcAft>
                <a:spcPts val="500"/>
              </a:spcAft>
            </a:pPr>
            <a:r>
              <a:rPr sz="2000" b="1" dirty="0">
                <a:solidFill>
                  <a:srgbClr val="222222"/>
                </a:solidFill>
                <a:latin typeface="Times New Roman" panose="02020603050405020304" pitchFamily="18" charset="0"/>
                <a:cs typeface="Times New Roman" panose="02020603050405020304" pitchFamily="18" charset="0"/>
              </a:rPr>
              <a:t>Dataset Used: </a:t>
            </a:r>
            <a:r>
              <a:rPr sz="2000" dirty="0">
                <a:solidFill>
                  <a:srgbClr val="333333"/>
                </a:solidFill>
                <a:latin typeface="Times New Roman" panose="02020603050405020304" pitchFamily="18" charset="0"/>
                <a:cs typeface="Times New Roman" panose="02020603050405020304" pitchFamily="18" charset="0"/>
              </a:rPr>
              <a:t>Overhead laboratory CCTV exam monitoring video dataset with simulated student malpractice.</a:t>
            </a:r>
          </a:p>
          <a:p>
            <a:pPr algn="just">
              <a:spcAft>
                <a:spcPts val="500"/>
              </a:spcAft>
            </a:pPr>
            <a:r>
              <a:rPr sz="2000" b="1" dirty="0">
                <a:solidFill>
                  <a:srgbClr val="222222"/>
                </a:solidFill>
                <a:latin typeface="Times New Roman" panose="02020603050405020304" pitchFamily="18" charset="0"/>
                <a:cs typeface="Times New Roman" panose="02020603050405020304" pitchFamily="18" charset="0"/>
              </a:rPr>
              <a:t>Evaluation Metrics: </a:t>
            </a:r>
            <a:r>
              <a:rPr sz="2000" dirty="0">
                <a:solidFill>
                  <a:srgbClr val="333333"/>
                </a:solidFill>
                <a:latin typeface="Times New Roman" panose="02020603050405020304" pitchFamily="18" charset="0"/>
                <a:cs typeface="Times New Roman" panose="02020603050405020304" pitchFamily="18" charset="0"/>
              </a:rPr>
              <a:t>High spatial classification accuracy and multi-candidate line-of-sight coverage across examination desks.</a:t>
            </a:r>
          </a:p>
          <a:p>
            <a:pPr algn="just">
              <a:spcAft>
                <a:spcPts val="500"/>
              </a:spcAft>
            </a:pPr>
            <a:r>
              <a:rPr sz="2000" b="1" dirty="0">
                <a:solidFill>
                  <a:srgbClr val="222222"/>
                </a:solidFill>
                <a:latin typeface="Times New Roman" panose="02020603050405020304" pitchFamily="18" charset="0"/>
                <a:cs typeface="Times New Roman" panose="02020603050405020304" pitchFamily="18" charset="0"/>
              </a:rPr>
              <a:t>Research Gap: </a:t>
            </a:r>
            <a:r>
              <a:rPr sz="2000" dirty="0">
                <a:solidFill>
                  <a:srgbClr val="333333"/>
                </a:solidFill>
                <a:latin typeface="Times New Roman" panose="02020603050405020304" pitchFamily="18" charset="0"/>
                <a:cs typeface="Times New Roman" panose="02020603050405020304" pitchFamily="18" charset="0"/>
              </a:rPr>
              <a:t>Does not integrate a multi-condition spatial-temporal rule engine to separate benign question self-reading from covert sideways talking, and lacks Explainable AI (XAI) feature visual attributions</a:t>
            </a:r>
            <a:r>
              <a:rPr sz="1300" dirty="0">
                <a:solidFill>
                  <a:srgbClr val="333333"/>
                </a:solidFill>
              </a:rPr>
              <a:t>.</a:t>
            </a:r>
          </a:p>
        </p:txBody>
      </p:sp>
    </p:spTree>
    <p:extLst>
      <p:ext uri="{BB962C8B-B14F-4D97-AF65-F5344CB8AC3E}">
        <p14:creationId xmlns:p14="http://schemas.microsoft.com/office/powerpoint/2010/main" val="36392823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27040-4092-F86D-B3DB-76305051B4A5}"/>
            </a:ext>
          </a:extLst>
        </p:cNvPr>
        <p:cNvGrpSpPr/>
        <p:nvPr/>
      </p:nvGrpSpPr>
      <p:grpSpPr>
        <a:xfrm>
          <a:off x="0" y="0"/>
          <a:ext cx="0" cy="0"/>
          <a:chOff x="0" y="0"/>
          <a:chExt cx="0" cy="0"/>
        </a:xfrm>
      </p:grpSpPr>
      <p:sp>
        <p:nvSpPr>
          <p:cNvPr id="5" name="Text 4">
            <a:extLst>
              <a:ext uri="{FF2B5EF4-FFF2-40B4-BE49-F238E27FC236}">
                <a16:creationId xmlns:a16="http://schemas.microsoft.com/office/drawing/2014/main" id="{AB59CD36-CC48-C215-544F-B8543AC40958}"/>
              </a:ext>
            </a:extLst>
          </p:cNvPr>
          <p:cNvSpPr/>
          <p:nvPr/>
        </p:nvSpPr>
        <p:spPr>
          <a:xfrm>
            <a:off x="524163" y="434449"/>
            <a:ext cx="7857837" cy="411480"/>
          </a:xfrm>
          <a:prstGeom prst="rect">
            <a:avLst/>
          </a:prstGeom>
          <a:noFill/>
          <a:ln/>
        </p:spPr>
        <p:txBody>
          <a:bodyPr wrap="square" rtlCol="0" anchor="ctr"/>
          <a:lstStyle/>
          <a:p>
            <a:r>
              <a:rPr sz="2400" b="1" dirty="0">
                <a:solidFill>
                  <a:srgbClr val="FF0000"/>
                </a:solidFill>
                <a:latin typeface="Times New Roman" panose="02020603050405020304" pitchFamily="18" charset="0"/>
                <a:cs typeface="Times New Roman" panose="02020603050405020304" pitchFamily="18" charset="0"/>
              </a:rPr>
              <a:t>LITERATURE REVIEW</a:t>
            </a:r>
            <a:r>
              <a:rPr lang="en-US" sz="2400" b="1" dirty="0">
                <a:solidFill>
                  <a:srgbClr val="FF0000"/>
                </a:solidFill>
                <a:latin typeface="Times New Roman" panose="02020603050405020304" pitchFamily="18" charset="0"/>
                <a:cs typeface="Times New Roman" panose="02020603050405020304" pitchFamily="18" charset="0"/>
              </a:rPr>
              <a:t> </a:t>
            </a:r>
            <a:r>
              <a:rPr sz="2400" b="1" dirty="0">
                <a:solidFill>
                  <a:srgbClr val="FF0000"/>
                </a:solidFill>
                <a:latin typeface="Times New Roman" panose="02020603050405020304" pitchFamily="18" charset="0"/>
                <a:cs typeface="Times New Roman" panose="02020603050405020304" pitchFamily="18" charset="0"/>
              </a:rPr>
              <a:t>- </a:t>
            </a:r>
            <a:r>
              <a:rPr sz="2400" b="1" dirty="0" err="1">
                <a:solidFill>
                  <a:srgbClr val="FF0000"/>
                </a:solidFill>
                <a:latin typeface="Times New Roman" panose="02020603050405020304" pitchFamily="18" charset="0"/>
                <a:cs typeface="Times New Roman" panose="02020603050405020304" pitchFamily="18" charset="0"/>
              </a:rPr>
              <a:t>Contd</a:t>
            </a:r>
            <a:r>
              <a:rPr sz="2400" b="1" dirty="0">
                <a:solidFill>
                  <a:srgbClr val="FF0000"/>
                </a:solidFill>
                <a:latin typeface="Times New Roman" panose="02020603050405020304" pitchFamily="18" charset="0"/>
                <a:cs typeface="Times New Roman" panose="02020603050405020304" pitchFamily="18" charset="0"/>
              </a:rPr>
              <a:t>…</a:t>
            </a:r>
          </a:p>
        </p:txBody>
      </p:sp>
      <p:sp>
        <p:nvSpPr>
          <p:cNvPr id="6" name="TextBox 5"/>
          <p:cNvSpPr txBox="1"/>
          <p:nvPr/>
        </p:nvSpPr>
        <p:spPr>
          <a:xfrm>
            <a:off x="524163" y="1011016"/>
            <a:ext cx="11064240" cy="4583306"/>
          </a:xfrm>
          <a:prstGeom prst="rect">
            <a:avLst/>
          </a:prstGeom>
          <a:noFill/>
        </p:spPr>
        <p:txBody>
          <a:bodyPr wrap="square" tIns="91440" bIns="91440">
            <a:spAutoFit/>
          </a:bodyPr>
          <a:lstStyle/>
          <a:p>
            <a:pPr>
              <a:spcAft>
                <a:spcPts val="600"/>
              </a:spcAft>
            </a:pPr>
            <a:r>
              <a:rPr sz="2000" b="1" dirty="0">
                <a:solidFill>
                  <a:schemeClr val="tx1"/>
                </a:solidFill>
                <a:latin typeface="Times New Roman" panose="02020603050405020304" pitchFamily="18" charset="0"/>
                <a:cs typeface="Times New Roman" panose="02020603050405020304" pitchFamily="18" charset="0"/>
              </a:rPr>
              <a:t>Online Exam Cheating Detection and Blockchain Trusted Deposit Based on YOLOv12</a:t>
            </a:r>
          </a:p>
          <a:p>
            <a:pPr algn="just">
              <a:spcAft>
                <a:spcPts val="500"/>
              </a:spcAft>
            </a:pPr>
            <a:r>
              <a:rPr sz="2000" b="1" dirty="0">
                <a:solidFill>
                  <a:srgbClr val="222222"/>
                </a:solidFill>
                <a:latin typeface="Times New Roman" panose="02020603050405020304" pitchFamily="18" charset="0"/>
                <a:cs typeface="Times New Roman" panose="02020603050405020304" pitchFamily="18" charset="0"/>
              </a:rPr>
              <a:t>Authors: </a:t>
            </a:r>
            <a:r>
              <a:rPr sz="2000" dirty="0">
                <a:solidFill>
                  <a:srgbClr val="333333"/>
                </a:solidFill>
                <a:latin typeface="Times New Roman" panose="02020603050405020304" pitchFamily="18" charset="0"/>
                <a:cs typeface="Times New Roman" panose="02020603050405020304" pitchFamily="18" charset="0"/>
              </a:rPr>
              <a:t>H. Wang, Z. Shukur, K. A. Z. Ariffin, R. Xiao, and L. Wang — Scientific Reports (Nature Portfolio), 2025</a:t>
            </a:r>
          </a:p>
          <a:p>
            <a:pPr algn="just">
              <a:spcAft>
                <a:spcPts val="500"/>
              </a:spcAft>
            </a:pPr>
            <a:r>
              <a:rPr sz="2000" b="1" dirty="0">
                <a:solidFill>
                  <a:srgbClr val="222222"/>
                </a:solidFill>
                <a:latin typeface="Times New Roman" panose="02020603050405020304" pitchFamily="18" charset="0"/>
                <a:cs typeface="Times New Roman" panose="02020603050405020304" pitchFamily="18" charset="0"/>
              </a:rPr>
              <a:t>Methodology: </a:t>
            </a:r>
            <a:r>
              <a:rPr sz="2000" dirty="0">
                <a:solidFill>
                  <a:srgbClr val="333333"/>
                </a:solidFill>
                <a:latin typeface="Times New Roman" panose="02020603050405020304" pitchFamily="18" charset="0"/>
                <a:cs typeface="Times New Roman" panose="02020603050405020304" pitchFamily="18" charset="0"/>
              </a:rPr>
              <a:t>The study combines a lightweight YOLOv12 deep detector for small desk gadgets with a Hyperledger Fabric blockchain and IPFS distributed storage to preserve immutable malpractice evidence.</a:t>
            </a:r>
          </a:p>
          <a:p>
            <a:pPr algn="just">
              <a:spcAft>
                <a:spcPts val="500"/>
              </a:spcAft>
            </a:pPr>
            <a:r>
              <a:rPr sz="2000" b="1" dirty="0">
                <a:solidFill>
                  <a:srgbClr val="222222"/>
                </a:solidFill>
                <a:latin typeface="Times New Roman" panose="02020603050405020304" pitchFamily="18" charset="0"/>
                <a:cs typeface="Times New Roman" panose="02020603050405020304" pitchFamily="18" charset="0"/>
              </a:rPr>
              <a:t>Algorithms Used: </a:t>
            </a:r>
            <a:r>
              <a:rPr sz="2000" dirty="0">
                <a:solidFill>
                  <a:srgbClr val="333333"/>
                </a:solidFill>
                <a:latin typeface="Times New Roman" panose="02020603050405020304" pitchFamily="18" charset="0"/>
                <a:cs typeface="Times New Roman" panose="02020603050405020304" pitchFamily="18" charset="0"/>
              </a:rPr>
              <a:t>Lightweight YOLOv12 (A2C2f backbone + C3Ghost head), Hyperledger Fabric Blockchain, IPFS</a:t>
            </a:r>
          </a:p>
          <a:p>
            <a:pPr algn="just">
              <a:spcAft>
                <a:spcPts val="500"/>
              </a:spcAft>
            </a:pPr>
            <a:r>
              <a:rPr sz="2000" b="1" dirty="0">
                <a:solidFill>
                  <a:srgbClr val="222222"/>
                </a:solidFill>
                <a:latin typeface="Times New Roman" panose="02020603050405020304" pitchFamily="18" charset="0"/>
                <a:cs typeface="Times New Roman" panose="02020603050405020304" pitchFamily="18" charset="0"/>
              </a:rPr>
              <a:t>Dataset Used: </a:t>
            </a:r>
            <a:r>
              <a:rPr sz="2000" dirty="0">
                <a:solidFill>
                  <a:srgbClr val="333333"/>
                </a:solidFill>
                <a:latin typeface="Times New Roman" panose="02020603050405020304" pitchFamily="18" charset="0"/>
                <a:cs typeface="Times New Roman" panose="02020603050405020304" pitchFamily="18" charset="0"/>
              </a:rPr>
              <a:t>Expanded exam gadget detection dataset (smartphones, smartwatches, unauthorized cheat notes).</a:t>
            </a:r>
          </a:p>
          <a:p>
            <a:pPr algn="just">
              <a:spcAft>
                <a:spcPts val="500"/>
              </a:spcAft>
            </a:pPr>
            <a:r>
              <a:rPr sz="2000" b="1" dirty="0">
                <a:solidFill>
                  <a:srgbClr val="222222"/>
                </a:solidFill>
                <a:latin typeface="Times New Roman" panose="02020603050405020304" pitchFamily="18" charset="0"/>
                <a:cs typeface="Times New Roman" panose="02020603050405020304" pitchFamily="18" charset="0"/>
              </a:rPr>
              <a:t>Evaluation Metrics: </a:t>
            </a:r>
            <a:r>
              <a:rPr sz="2000" dirty="0">
                <a:solidFill>
                  <a:srgbClr val="333333"/>
                </a:solidFill>
                <a:latin typeface="Times New Roman" panose="02020603050405020304" pitchFamily="18" charset="0"/>
                <a:cs typeface="Times New Roman" panose="02020603050405020304" pitchFamily="18" charset="0"/>
              </a:rPr>
              <a:t>Detection Accuracy — mAP@0.5: 98.23%, Precision: 93.77%, Real-time Speed: ≥25 FPS.</a:t>
            </a:r>
          </a:p>
          <a:p>
            <a:pPr algn="just">
              <a:spcAft>
                <a:spcPts val="500"/>
              </a:spcAft>
            </a:pPr>
            <a:r>
              <a:rPr sz="2000" b="1" dirty="0">
                <a:solidFill>
                  <a:srgbClr val="222222"/>
                </a:solidFill>
                <a:latin typeface="Times New Roman" panose="02020603050405020304" pitchFamily="18" charset="0"/>
                <a:cs typeface="Times New Roman" panose="02020603050405020304" pitchFamily="18" charset="0"/>
              </a:rPr>
              <a:t>Research Gap: </a:t>
            </a:r>
            <a:r>
              <a:rPr sz="2000" dirty="0">
                <a:solidFill>
                  <a:srgbClr val="333333"/>
                </a:solidFill>
                <a:latin typeface="Times New Roman" panose="02020603050405020304" pitchFamily="18" charset="0"/>
                <a:cs typeface="Times New Roman" panose="02020603050405020304" pitchFamily="18" charset="0"/>
              </a:rPr>
              <a:t>High server compute overhead; does not evaluate co-occurring behavioral context such as head pose angle (Yaw) or Mouth Aspect Ratio (MAR).</a:t>
            </a:r>
          </a:p>
        </p:txBody>
      </p:sp>
    </p:spTree>
    <p:extLst>
      <p:ext uri="{BB962C8B-B14F-4D97-AF65-F5344CB8AC3E}">
        <p14:creationId xmlns:p14="http://schemas.microsoft.com/office/powerpoint/2010/main" val="22066250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D06EA-55C6-F284-E450-FB1D0C7A59A5}"/>
            </a:ext>
          </a:extLst>
        </p:cNvPr>
        <p:cNvGrpSpPr/>
        <p:nvPr/>
      </p:nvGrpSpPr>
      <p:grpSpPr>
        <a:xfrm>
          <a:off x="0" y="0"/>
          <a:ext cx="0" cy="0"/>
          <a:chOff x="0" y="0"/>
          <a:chExt cx="0" cy="0"/>
        </a:xfrm>
      </p:grpSpPr>
      <p:sp>
        <p:nvSpPr>
          <p:cNvPr id="5" name="Text 4">
            <a:extLst>
              <a:ext uri="{FF2B5EF4-FFF2-40B4-BE49-F238E27FC236}">
                <a16:creationId xmlns:a16="http://schemas.microsoft.com/office/drawing/2014/main" id="{7643F4D3-F28E-2B8D-5DDC-F3A47CCE974C}"/>
              </a:ext>
            </a:extLst>
          </p:cNvPr>
          <p:cNvSpPr/>
          <p:nvPr/>
        </p:nvSpPr>
        <p:spPr>
          <a:xfrm>
            <a:off x="563880" y="385440"/>
            <a:ext cx="7857837" cy="411480"/>
          </a:xfrm>
          <a:prstGeom prst="rect">
            <a:avLst/>
          </a:prstGeom>
          <a:noFill/>
          <a:ln/>
        </p:spPr>
        <p:txBody>
          <a:bodyPr wrap="square" rtlCol="0" anchor="ctr"/>
          <a:lstStyle/>
          <a:p>
            <a:r>
              <a:rPr sz="2400" b="1" dirty="0">
                <a:solidFill>
                  <a:srgbClr val="FF0000"/>
                </a:solidFill>
                <a:latin typeface="Times New Roman" panose="02020603050405020304" pitchFamily="18" charset="0"/>
                <a:cs typeface="Times New Roman" panose="02020603050405020304" pitchFamily="18" charset="0"/>
              </a:rPr>
              <a:t>LITERATURE REVIEW</a:t>
            </a:r>
            <a:r>
              <a:rPr lang="en-US" sz="2400" b="1" dirty="0">
                <a:solidFill>
                  <a:srgbClr val="FF0000"/>
                </a:solidFill>
                <a:latin typeface="Times New Roman" panose="02020603050405020304" pitchFamily="18" charset="0"/>
                <a:cs typeface="Times New Roman" panose="02020603050405020304" pitchFamily="18" charset="0"/>
              </a:rPr>
              <a:t> </a:t>
            </a:r>
            <a:r>
              <a:rPr sz="2400" b="1" dirty="0">
                <a:solidFill>
                  <a:srgbClr val="FF0000"/>
                </a:solidFill>
                <a:latin typeface="Times New Roman" panose="02020603050405020304" pitchFamily="18" charset="0"/>
                <a:cs typeface="Times New Roman" panose="02020603050405020304" pitchFamily="18" charset="0"/>
              </a:rPr>
              <a:t>-</a:t>
            </a:r>
            <a:r>
              <a:rPr lang="en-US" sz="2400" b="1" dirty="0">
                <a:solidFill>
                  <a:srgbClr val="FF0000"/>
                </a:solidFill>
                <a:latin typeface="Times New Roman" panose="02020603050405020304" pitchFamily="18" charset="0"/>
                <a:cs typeface="Times New Roman" panose="02020603050405020304" pitchFamily="18" charset="0"/>
              </a:rPr>
              <a:t> </a:t>
            </a:r>
            <a:r>
              <a:rPr sz="2400" b="1" dirty="0">
                <a:solidFill>
                  <a:srgbClr val="FF0000"/>
                </a:solidFill>
                <a:latin typeface="Times New Roman" panose="02020603050405020304" pitchFamily="18" charset="0"/>
                <a:cs typeface="Times New Roman" panose="02020603050405020304" pitchFamily="18" charset="0"/>
              </a:rPr>
              <a:t> </a:t>
            </a:r>
            <a:r>
              <a:rPr sz="2400" b="1" dirty="0" err="1">
                <a:solidFill>
                  <a:srgbClr val="FF0000"/>
                </a:solidFill>
                <a:latin typeface="Times New Roman" panose="02020603050405020304" pitchFamily="18" charset="0"/>
                <a:cs typeface="Times New Roman" panose="02020603050405020304" pitchFamily="18" charset="0"/>
              </a:rPr>
              <a:t>Contd</a:t>
            </a:r>
            <a:r>
              <a:rPr sz="2400" b="1" dirty="0">
                <a:solidFill>
                  <a:srgbClr val="FF0000"/>
                </a:solidFill>
                <a:latin typeface="Times New Roman" panose="02020603050405020304" pitchFamily="18" charset="0"/>
                <a:cs typeface="Times New Roman" panose="02020603050405020304" pitchFamily="18" charset="0"/>
              </a:rPr>
              <a:t>…</a:t>
            </a:r>
            <a:endParaRPr lang="en-US" sz="2400" b="1" dirty="0">
              <a:solidFill>
                <a:srgbClr val="FF0000"/>
              </a:solidFill>
              <a:latin typeface="Times New Roman" panose="02020603050405020304" pitchFamily="18" charset="0"/>
              <a:ea typeface="Cambria" pitchFamily="34" charset="-122"/>
              <a:cs typeface="Times New Roman" panose="02020603050405020304" pitchFamily="18" charset="0"/>
            </a:endParaRPr>
          </a:p>
        </p:txBody>
      </p:sp>
      <p:sp>
        <p:nvSpPr>
          <p:cNvPr id="6" name="TextBox 5"/>
          <p:cNvSpPr txBox="1"/>
          <p:nvPr/>
        </p:nvSpPr>
        <p:spPr>
          <a:xfrm>
            <a:off x="563880" y="924751"/>
            <a:ext cx="11064240" cy="4583306"/>
          </a:xfrm>
          <a:prstGeom prst="rect">
            <a:avLst/>
          </a:prstGeom>
          <a:noFill/>
        </p:spPr>
        <p:txBody>
          <a:bodyPr wrap="square" tIns="91440" bIns="91440">
            <a:spAutoFit/>
          </a:bodyPr>
          <a:lstStyle/>
          <a:p>
            <a:pPr>
              <a:spcAft>
                <a:spcPts val="600"/>
              </a:spcAft>
            </a:pPr>
            <a:r>
              <a:rPr sz="2000" b="1" dirty="0">
                <a:solidFill>
                  <a:schemeClr val="tx1"/>
                </a:solidFill>
                <a:latin typeface="Times New Roman" panose="02020603050405020304" pitchFamily="18" charset="0"/>
                <a:cs typeface="Times New Roman" panose="02020603050405020304" pitchFamily="18" charset="0"/>
              </a:rPr>
              <a:t>A Comprehensive Review of the Changing Landscape of Academic Dishonesty in Automated Proctoring in the Era of Artificial Intelligence</a:t>
            </a:r>
          </a:p>
          <a:p>
            <a:pPr algn="just">
              <a:spcAft>
                <a:spcPts val="500"/>
              </a:spcAft>
            </a:pPr>
            <a:r>
              <a:rPr sz="2000" b="1" dirty="0">
                <a:solidFill>
                  <a:srgbClr val="222222"/>
                </a:solidFill>
                <a:latin typeface="Times New Roman" panose="02020603050405020304" pitchFamily="18" charset="0"/>
                <a:cs typeface="Times New Roman" panose="02020603050405020304" pitchFamily="18" charset="0"/>
              </a:rPr>
              <a:t>Authors: </a:t>
            </a:r>
            <a:r>
              <a:rPr sz="2000" dirty="0">
                <a:solidFill>
                  <a:srgbClr val="333333"/>
                </a:solidFill>
                <a:latin typeface="Times New Roman" panose="02020603050405020304" pitchFamily="18" charset="0"/>
                <a:cs typeface="Times New Roman" panose="02020603050405020304" pitchFamily="18" charset="0"/>
              </a:rPr>
              <a:t>M. Malhotra and I. Chhabra — Discover Education (Springer Nature), 2026</a:t>
            </a:r>
          </a:p>
          <a:p>
            <a:pPr algn="just">
              <a:spcAft>
                <a:spcPts val="500"/>
              </a:spcAft>
            </a:pPr>
            <a:r>
              <a:rPr sz="2000" b="1" dirty="0">
                <a:solidFill>
                  <a:srgbClr val="222222"/>
                </a:solidFill>
                <a:latin typeface="Times New Roman" panose="02020603050405020304" pitchFamily="18" charset="0"/>
                <a:cs typeface="Times New Roman" panose="02020603050405020304" pitchFamily="18" charset="0"/>
              </a:rPr>
              <a:t>Methodology: </a:t>
            </a:r>
            <a:r>
              <a:rPr sz="2000" dirty="0">
                <a:solidFill>
                  <a:srgbClr val="333333"/>
                </a:solidFill>
                <a:latin typeface="Times New Roman" panose="02020603050405020304" pitchFamily="18" charset="0"/>
                <a:cs typeface="Times New Roman" panose="02020603050405020304" pitchFamily="18" charset="0"/>
              </a:rPr>
              <a:t>The study provides a qualitative review establishing physical and digital cheating taxonomies and evaluating passive recording vs active multi-sensory AI proctoring architectures.</a:t>
            </a:r>
          </a:p>
          <a:p>
            <a:pPr algn="just">
              <a:spcAft>
                <a:spcPts val="500"/>
              </a:spcAft>
            </a:pPr>
            <a:r>
              <a:rPr sz="2000" b="1" dirty="0">
                <a:solidFill>
                  <a:srgbClr val="222222"/>
                </a:solidFill>
                <a:latin typeface="Times New Roman" panose="02020603050405020304" pitchFamily="18" charset="0"/>
                <a:cs typeface="Times New Roman" panose="02020603050405020304" pitchFamily="18" charset="0"/>
              </a:rPr>
              <a:t>Algorithms Used: </a:t>
            </a:r>
            <a:r>
              <a:rPr sz="2000" dirty="0">
                <a:solidFill>
                  <a:srgbClr val="333333"/>
                </a:solidFill>
                <a:latin typeface="Times New Roman" panose="02020603050405020304" pitchFamily="18" charset="0"/>
                <a:cs typeface="Times New Roman" panose="02020603050405020304" pitchFamily="18" charset="0"/>
              </a:rPr>
              <a:t>Qualitative Taxonomy Synthesis, Multi-Sensory Behavioral Mapping, Visual &amp; Audio Proctoring</a:t>
            </a:r>
          </a:p>
          <a:p>
            <a:pPr algn="just">
              <a:spcAft>
                <a:spcPts val="500"/>
              </a:spcAft>
            </a:pPr>
            <a:r>
              <a:rPr sz="2000" b="1" dirty="0">
                <a:solidFill>
                  <a:srgbClr val="222222"/>
                </a:solidFill>
                <a:latin typeface="Times New Roman" panose="02020603050405020304" pitchFamily="18" charset="0"/>
                <a:cs typeface="Times New Roman" panose="02020603050405020304" pitchFamily="18" charset="0"/>
              </a:rPr>
              <a:t>Dataset Used: </a:t>
            </a:r>
            <a:r>
              <a:rPr sz="2000" dirty="0">
                <a:solidFill>
                  <a:srgbClr val="333333"/>
                </a:solidFill>
                <a:latin typeface="Times New Roman" panose="02020603050405020304" pitchFamily="18" charset="0"/>
                <a:cs typeface="Times New Roman" panose="02020603050405020304" pitchFamily="18" charset="0"/>
              </a:rPr>
              <a:t>Comprehensive academic dishonesty literature database spanning 2008 to 2024 publications.</a:t>
            </a:r>
          </a:p>
          <a:p>
            <a:pPr algn="just">
              <a:spcAft>
                <a:spcPts val="500"/>
              </a:spcAft>
            </a:pPr>
            <a:r>
              <a:rPr sz="2000" b="1" dirty="0">
                <a:solidFill>
                  <a:srgbClr val="222222"/>
                </a:solidFill>
                <a:latin typeface="Times New Roman" panose="02020603050405020304" pitchFamily="18" charset="0"/>
                <a:cs typeface="Times New Roman" panose="02020603050405020304" pitchFamily="18" charset="0"/>
              </a:rPr>
              <a:t>Evaluation Metrics: </a:t>
            </a:r>
            <a:r>
              <a:rPr sz="2000" dirty="0">
                <a:solidFill>
                  <a:srgbClr val="333333"/>
                </a:solidFill>
                <a:latin typeface="Times New Roman" panose="02020603050405020304" pitchFamily="18" charset="0"/>
                <a:cs typeface="Times New Roman" panose="02020603050405020304" pitchFamily="18" charset="0"/>
              </a:rPr>
              <a:t>Qualitative taxonomy categorization across identity fraud, gadget concealment, gaze distraction, and peer talk.</a:t>
            </a:r>
          </a:p>
          <a:p>
            <a:pPr algn="just">
              <a:spcAft>
                <a:spcPts val="500"/>
              </a:spcAft>
            </a:pPr>
            <a:r>
              <a:rPr sz="2000" b="1" dirty="0">
                <a:solidFill>
                  <a:srgbClr val="222222"/>
                </a:solidFill>
                <a:latin typeface="Times New Roman" panose="02020603050405020304" pitchFamily="18" charset="0"/>
                <a:cs typeface="Times New Roman" panose="02020603050405020304" pitchFamily="18" charset="0"/>
              </a:rPr>
              <a:t>Research Gap: </a:t>
            </a:r>
            <a:r>
              <a:rPr sz="2000" dirty="0">
                <a:solidFill>
                  <a:srgbClr val="333333"/>
                </a:solidFill>
                <a:latin typeface="Times New Roman" panose="02020603050405020304" pitchFamily="18" charset="0"/>
                <a:cs typeface="Times New Roman" panose="02020603050405020304" pitchFamily="18" charset="0"/>
              </a:rPr>
              <a:t>Identifies two primary industry bottlenecks: (1) High per-desk equipment procurement costs, and (2) Opaque "Black-Box" AI decision alerts lacking explainability (XAI).</a:t>
            </a:r>
          </a:p>
        </p:txBody>
      </p:sp>
    </p:spTree>
    <p:extLst>
      <p:ext uri="{BB962C8B-B14F-4D97-AF65-F5344CB8AC3E}">
        <p14:creationId xmlns:p14="http://schemas.microsoft.com/office/powerpoint/2010/main" val="24863973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E206FD4-A0E8-6236-4766-6A6AC5AE7C2C}"/>
              </a:ext>
            </a:extLst>
          </p:cNvPr>
          <p:cNvSpPr txBox="1"/>
          <p:nvPr/>
        </p:nvSpPr>
        <p:spPr>
          <a:xfrm>
            <a:off x="506083" y="295119"/>
            <a:ext cx="6094562" cy="461665"/>
          </a:xfrm>
          <a:prstGeom prst="rect">
            <a:avLst/>
          </a:prstGeom>
          <a:noFill/>
        </p:spPr>
        <p:txBody>
          <a:bodyPr wrap="square">
            <a:spAutoFit/>
          </a:bodyPr>
          <a:lstStyle/>
          <a:p>
            <a:r>
              <a:rPr sz="2400" b="1" dirty="0">
                <a:solidFill>
                  <a:srgbClr val="FF0000"/>
                </a:solidFill>
                <a:latin typeface="Times New Roman" panose="02020603050405020304" pitchFamily="18" charset="0"/>
                <a:cs typeface="Times New Roman" panose="02020603050405020304" pitchFamily="18" charset="0"/>
              </a:rPr>
              <a:t>LITERATURE REVIEW</a:t>
            </a:r>
            <a:r>
              <a:rPr lang="en-US" sz="2400" b="1" dirty="0">
                <a:solidFill>
                  <a:srgbClr val="FF0000"/>
                </a:solidFill>
                <a:latin typeface="Times New Roman" panose="02020603050405020304" pitchFamily="18" charset="0"/>
                <a:cs typeface="Times New Roman" panose="02020603050405020304" pitchFamily="18" charset="0"/>
              </a:rPr>
              <a:t> </a:t>
            </a:r>
            <a:r>
              <a:rPr sz="2400" b="1" dirty="0">
                <a:solidFill>
                  <a:srgbClr val="FF0000"/>
                </a:solidFill>
                <a:latin typeface="Times New Roman" panose="02020603050405020304" pitchFamily="18" charset="0"/>
                <a:cs typeface="Times New Roman" panose="02020603050405020304" pitchFamily="18" charset="0"/>
              </a:rPr>
              <a:t>- </a:t>
            </a:r>
            <a:r>
              <a:rPr sz="2400" b="1" dirty="0" err="1">
                <a:solidFill>
                  <a:srgbClr val="FF0000"/>
                </a:solidFill>
                <a:latin typeface="Times New Roman" panose="02020603050405020304" pitchFamily="18" charset="0"/>
                <a:cs typeface="Times New Roman" panose="02020603050405020304" pitchFamily="18" charset="0"/>
              </a:rPr>
              <a:t>Contd</a:t>
            </a:r>
            <a:r>
              <a:rPr sz="2400" b="1" dirty="0">
                <a:solidFill>
                  <a:srgbClr val="FF0000"/>
                </a:solidFill>
                <a:latin typeface="Times New Roman" panose="02020603050405020304" pitchFamily="18" charset="0"/>
                <a:cs typeface="Times New Roman" panose="02020603050405020304" pitchFamily="18" charset="0"/>
              </a:rPr>
              <a:t>…</a:t>
            </a:r>
            <a:endParaRPr lang="en-US" sz="2400" b="1" dirty="0">
              <a:solidFill>
                <a:srgbClr val="FF0000"/>
              </a:solidFill>
              <a:latin typeface="Times New Roman" panose="02020603050405020304" pitchFamily="18" charset="0"/>
              <a:ea typeface="Cambria" pitchFamily="34" charset="-122"/>
              <a:cs typeface="Times New Roman" panose="02020603050405020304" pitchFamily="18" charset="0"/>
            </a:endParaRPr>
          </a:p>
        </p:txBody>
      </p:sp>
      <p:sp>
        <p:nvSpPr>
          <p:cNvPr id="6" name="TextBox 5"/>
          <p:cNvSpPr txBox="1"/>
          <p:nvPr/>
        </p:nvSpPr>
        <p:spPr>
          <a:xfrm>
            <a:off x="506083" y="864367"/>
            <a:ext cx="11064240" cy="4583306"/>
          </a:xfrm>
          <a:prstGeom prst="rect">
            <a:avLst/>
          </a:prstGeom>
          <a:noFill/>
        </p:spPr>
        <p:txBody>
          <a:bodyPr wrap="square" tIns="91440" bIns="91440">
            <a:spAutoFit/>
          </a:bodyPr>
          <a:lstStyle/>
          <a:p>
            <a:pPr>
              <a:spcAft>
                <a:spcPts val="600"/>
              </a:spcAft>
            </a:pPr>
            <a:r>
              <a:rPr sz="2000" b="1" dirty="0">
                <a:solidFill>
                  <a:schemeClr val="tx1"/>
                </a:solidFill>
                <a:latin typeface="Times New Roman" panose="02020603050405020304" pitchFamily="18" charset="0"/>
                <a:cs typeface="Times New Roman" panose="02020603050405020304" pitchFamily="18" charset="0"/>
              </a:rPr>
              <a:t>Ensuring Academic Integrity Through Automated Online Exam Proctoring: A Decade Long Systematic Review</a:t>
            </a:r>
          </a:p>
          <a:p>
            <a:pPr algn="just">
              <a:spcAft>
                <a:spcPts val="500"/>
              </a:spcAft>
            </a:pPr>
            <a:r>
              <a:rPr sz="2000" b="1" dirty="0">
                <a:solidFill>
                  <a:srgbClr val="222222"/>
                </a:solidFill>
                <a:latin typeface="Times New Roman" panose="02020603050405020304" pitchFamily="18" charset="0"/>
                <a:cs typeface="Times New Roman" panose="02020603050405020304" pitchFamily="18" charset="0"/>
              </a:rPr>
              <a:t>Authors: </a:t>
            </a:r>
            <a:r>
              <a:rPr sz="2000" dirty="0">
                <a:solidFill>
                  <a:srgbClr val="333333"/>
                </a:solidFill>
                <a:latin typeface="Times New Roman" panose="02020603050405020304" pitchFamily="18" charset="0"/>
                <a:cs typeface="Times New Roman" panose="02020603050405020304" pitchFamily="18" charset="0"/>
              </a:rPr>
              <a:t>M. Malhotra and I. Chhabra — Discover Education (Springer Nature), 2026</a:t>
            </a:r>
          </a:p>
          <a:p>
            <a:pPr algn="just">
              <a:spcAft>
                <a:spcPts val="500"/>
              </a:spcAft>
            </a:pPr>
            <a:r>
              <a:rPr sz="2000" b="1" dirty="0">
                <a:solidFill>
                  <a:srgbClr val="222222"/>
                </a:solidFill>
                <a:latin typeface="Times New Roman" panose="02020603050405020304" pitchFamily="18" charset="0"/>
                <a:cs typeface="Times New Roman" panose="02020603050405020304" pitchFamily="18" charset="0"/>
              </a:rPr>
              <a:t>Methodology: </a:t>
            </a:r>
            <a:r>
              <a:rPr sz="2000" dirty="0">
                <a:solidFill>
                  <a:srgbClr val="333333"/>
                </a:solidFill>
                <a:latin typeface="Times New Roman" panose="02020603050405020304" pitchFamily="18" charset="0"/>
                <a:cs typeface="Times New Roman" panose="02020603050405020304" pitchFamily="18" charset="0"/>
              </a:rPr>
              <a:t>The study conducts a PRISMA systematic review of 80 peer-reviewed studies (2014–2024) analyzing facial authentication, gaze tracking, head pose rotation, and temporal decision fusion engines.</a:t>
            </a:r>
          </a:p>
          <a:p>
            <a:pPr algn="just">
              <a:spcAft>
                <a:spcPts val="500"/>
              </a:spcAft>
            </a:pPr>
            <a:r>
              <a:rPr sz="2000" b="1" dirty="0">
                <a:solidFill>
                  <a:srgbClr val="222222"/>
                </a:solidFill>
                <a:latin typeface="Times New Roman" panose="02020603050405020304" pitchFamily="18" charset="0"/>
                <a:cs typeface="Times New Roman" panose="02020603050405020304" pitchFamily="18" charset="0"/>
              </a:rPr>
              <a:t>Algorithms Used: </a:t>
            </a:r>
            <a:r>
              <a:rPr sz="2000" dirty="0">
                <a:solidFill>
                  <a:srgbClr val="333333"/>
                </a:solidFill>
                <a:latin typeface="Times New Roman" panose="02020603050405020304" pitchFamily="18" charset="0"/>
                <a:cs typeface="Times New Roman" panose="02020603050405020304" pitchFamily="18" charset="0"/>
              </a:rPr>
              <a:t>PRISMA Review Methodology, Biometric Verification, Head Pose Rotation, Moving Temporal Window / LSTM</a:t>
            </a:r>
          </a:p>
          <a:p>
            <a:pPr algn="just">
              <a:spcAft>
                <a:spcPts val="500"/>
              </a:spcAft>
            </a:pPr>
            <a:r>
              <a:rPr sz="2000" b="1" dirty="0">
                <a:solidFill>
                  <a:srgbClr val="222222"/>
                </a:solidFill>
                <a:latin typeface="Times New Roman" panose="02020603050405020304" pitchFamily="18" charset="0"/>
                <a:cs typeface="Times New Roman" panose="02020603050405020304" pitchFamily="18" charset="0"/>
              </a:rPr>
              <a:t>Dataset Used: </a:t>
            </a:r>
            <a:r>
              <a:rPr sz="2000" dirty="0">
                <a:solidFill>
                  <a:srgbClr val="333333"/>
                </a:solidFill>
                <a:latin typeface="Times New Roman" panose="02020603050405020304" pitchFamily="18" charset="0"/>
                <a:cs typeface="Times New Roman" panose="02020603050405020304" pitchFamily="18" charset="0"/>
              </a:rPr>
              <a:t>80 peer-reviewed international studies covering benchmark datasets (LFW, AFLW2000, BIWI).</a:t>
            </a:r>
          </a:p>
          <a:p>
            <a:pPr algn="just">
              <a:spcAft>
                <a:spcPts val="500"/>
              </a:spcAft>
            </a:pPr>
            <a:r>
              <a:rPr sz="2000" b="1" dirty="0">
                <a:solidFill>
                  <a:srgbClr val="222222"/>
                </a:solidFill>
                <a:latin typeface="Times New Roman" panose="02020603050405020304" pitchFamily="18" charset="0"/>
                <a:cs typeface="Times New Roman" panose="02020603050405020304" pitchFamily="18" charset="0"/>
              </a:rPr>
              <a:t>Evaluation Metrics: </a:t>
            </a:r>
            <a:r>
              <a:rPr sz="2000" dirty="0">
                <a:solidFill>
                  <a:srgbClr val="333333"/>
                </a:solidFill>
                <a:latin typeface="Times New Roman" panose="02020603050405020304" pitchFamily="18" charset="0"/>
                <a:cs typeface="Times New Roman" panose="02020603050405020304" pitchFamily="18" charset="0"/>
              </a:rPr>
              <a:t>Systematic evaluation of false-positive reduction, biometric accuracy, and temporal decision window performance.</a:t>
            </a:r>
          </a:p>
          <a:p>
            <a:pPr algn="just">
              <a:spcAft>
                <a:spcPts val="500"/>
              </a:spcAft>
            </a:pPr>
            <a:r>
              <a:rPr sz="2000" b="1" dirty="0">
                <a:solidFill>
                  <a:srgbClr val="222222"/>
                </a:solidFill>
                <a:latin typeface="Times New Roman" panose="02020603050405020304" pitchFamily="18" charset="0"/>
                <a:cs typeface="Times New Roman" panose="02020603050405020304" pitchFamily="18" charset="0"/>
              </a:rPr>
              <a:t>Research Gap: </a:t>
            </a:r>
            <a:r>
              <a:rPr sz="2000" dirty="0">
                <a:solidFill>
                  <a:srgbClr val="333333"/>
                </a:solidFill>
                <a:latin typeface="Times New Roman" panose="02020603050405020304" pitchFamily="18" charset="0"/>
                <a:cs typeface="Times New Roman" panose="02020603050405020304" pitchFamily="18" charset="0"/>
              </a:rPr>
              <a:t>The vast majority of 80 reviewed studies focus on isolated home webcams, neglecting institutional multi-candidate laboratory room surveillance.</a:t>
            </a:r>
          </a:p>
        </p:txBody>
      </p:sp>
    </p:spTree>
    <p:extLst>
      <p:ext uri="{BB962C8B-B14F-4D97-AF65-F5344CB8AC3E}">
        <p14:creationId xmlns:p14="http://schemas.microsoft.com/office/powerpoint/2010/main" val="23590557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E821268-045D-81EB-2689-A4E7A8B8DDA3}"/>
              </a:ext>
            </a:extLst>
          </p:cNvPr>
          <p:cNvSpPr txBox="1"/>
          <p:nvPr/>
        </p:nvSpPr>
        <p:spPr>
          <a:xfrm>
            <a:off x="548640" y="322818"/>
            <a:ext cx="6094562" cy="461665"/>
          </a:xfrm>
          <a:prstGeom prst="rect">
            <a:avLst/>
          </a:prstGeom>
          <a:noFill/>
        </p:spPr>
        <p:txBody>
          <a:bodyPr wrap="square">
            <a:spAutoFit/>
          </a:bodyPr>
          <a:lstStyle/>
          <a:p>
            <a:r>
              <a:rPr sz="2400" b="1" dirty="0">
                <a:solidFill>
                  <a:srgbClr val="FF0000"/>
                </a:solidFill>
                <a:latin typeface="Times New Roman" panose="02020603050405020304" pitchFamily="18" charset="0"/>
                <a:cs typeface="Times New Roman" panose="02020603050405020304" pitchFamily="18" charset="0"/>
              </a:rPr>
              <a:t>LITERATURE REVIEW- </a:t>
            </a:r>
            <a:r>
              <a:rPr sz="2400" b="1" dirty="0" err="1">
                <a:solidFill>
                  <a:srgbClr val="FF0000"/>
                </a:solidFill>
                <a:latin typeface="Times New Roman" panose="02020603050405020304" pitchFamily="18" charset="0"/>
                <a:cs typeface="Times New Roman" panose="02020603050405020304" pitchFamily="18" charset="0"/>
              </a:rPr>
              <a:t>Contd</a:t>
            </a:r>
            <a:r>
              <a:rPr sz="2400" b="1" dirty="0">
                <a:solidFill>
                  <a:srgbClr val="FF0000"/>
                </a:solidFill>
                <a:latin typeface="Times New Roman" panose="02020603050405020304" pitchFamily="18" charset="0"/>
                <a:cs typeface="Times New Roman" panose="02020603050405020304" pitchFamily="18" charset="0"/>
              </a:rPr>
              <a:t>…</a:t>
            </a:r>
            <a:endParaRPr lang="en-US" sz="2400" b="1" dirty="0">
              <a:solidFill>
                <a:srgbClr val="FF0000"/>
              </a:solidFill>
              <a:latin typeface="Times New Roman" panose="02020603050405020304" pitchFamily="18" charset="0"/>
              <a:ea typeface="Cambria" pitchFamily="34" charset="-122"/>
              <a:cs typeface="Times New Roman" panose="02020603050405020304" pitchFamily="18" charset="0"/>
            </a:endParaRPr>
          </a:p>
        </p:txBody>
      </p:sp>
      <p:sp>
        <p:nvSpPr>
          <p:cNvPr id="6" name="TextBox 5"/>
          <p:cNvSpPr txBox="1"/>
          <p:nvPr/>
        </p:nvSpPr>
        <p:spPr>
          <a:xfrm>
            <a:off x="548640" y="967883"/>
            <a:ext cx="11064240" cy="4583306"/>
          </a:xfrm>
          <a:prstGeom prst="rect">
            <a:avLst/>
          </a:prstGeom>
          <a:noFill/>
        </p:spPr>
        <p:txBody>
          <a:bodyPr wrap="square" tIns="91440" bIns="91440">
            <a:spAutoFit/>
          </a:bodyPr>
          <a:lstStyle/>
          <a:p>
            <a:pPr>
              <a:spcAft>
                <a:spcPts val="600"/>
              </a:spcAft>
            </a:pPr>
            <a:r>
              <a:rPr sz="2000" b="1" dirty="0">
                <a:solidFill>
                  <a:schemeClr val="tx1"/>
                </a:solidFill>
                <a:latin typeface="Times New Roman" panose="02020603050405020304" pitchFamily="18" charset="0"/>
                <a:cs typeface="Times New Roman" panose="02020603050405020304" pitchFamily="18" charset="0"/>
              </a:rPr>
              <a:t>Development of a Multi-Facet Facial Recognition Model for Institutional Attendance Activities During Examination Scenario</a:t>
            </a:r>
          </a:p>
          <a:p>
            <a:pPr algn="just">
              <a:spcAft>
                <a:spcPts val="500"/>
              </a:spcAft>
            </a:pPr>
            <a:r>
              <a:rPr sz="2000" b="1" dirty="0">
                <a:solidFill>
                  <a:srgbClr val="222222"/>
                </a:solidFill>
                <a:latin typeface="Times New Roman" panose="02020603050405020304" pitchFamily="18" charset="0"/>
                <a:cs typeface="Times New Roman" panose="02020603050405020304" pitchFamily="18" charset="0"/>
              </a:rPr>
              <a:t>Authors: </a:t>
            </a:r>
            <a:r>
              <a:rPr sz="2000" dirty="0">
                <a:solidFill>
                  <a:srgbClr val="333333"/>
                </a:solidFill>
                <a:latin typeface="Times New Roman" panose="02020603050405020304" pitchFamily="18" charset="0"/>
                <a:cs typeface="Times New Roman" panose="02020603050405020304" pitchFamily="18" charset="0"/>
              </a:rPr>
              <a:t>K. E. Jack, V. S. </a:t>
            </a:r>
            <a:r>
              <a:rPr sz="2000" dirty="0" err="1">
                <a:solidFill>
                  <a:srgbClr val="333333"/>
                </a:solidFill>
                <a:latin typeface="Times New Roman" panose="02020603050405020304" pitchFamily="18" charset="0"/>
                <a:cs typeface="Times New Roman" panose="02020603050405020304" pitchFamily="18" charset="0"/>
              </a:rPr>
              <a:t>Rizama</a:t>
            </a:r>
            <a:r>
              <a:rPr sz="2000" dirty="0">
                <a:solidFill>
                  <a:srgbClr val="333333"/>
                </a:solidFill>
                <a:latin typeface="Times New Roman" panose="02020603050405020304" pitchFamily="18" charset="0"/>
                <a:cs typeface="Times New Roman" panose="02020603050405020304" pitchFamily="18" charset="0"/>
              </a:rPr>
              <a:t>, K. R. Adebayo, J. G. </a:t>
            </a:r>
            <a:r>
              <a:rPr sz="2000" dirty="0" err="1">
                <a:solidFill>
                  <a:srgbClr val="333333"/>
                </a:solidFill>
                <a:latin typeface="Times New Roman" panose="02020603050405020304" pitchFamily="18" charset="0"/>
                <a:cs typeface="Times New Roman" panose="02020603050405020304" pitchFamily="18" charset="0"/>
              </a:rPr>
              <a:t>Ambafi</a:t>
            </a:r>
            <a:r>
              <a:rPr sz="2000" dirty="0">
                <a:solidFill>
                  <a:srgbClr val="333333"/>
                </a:solidFill>
                <a:latin typeface="Times New Roman" panose="02020603050405020304" pitchFamily="18" charset="0"/>
                <a:cs typeface="Times New Roman" panose="02020603050405020304" pitchFamily="18" charset="0"/>
              </a:rPr>
              <a:t>, et al. — Discover Artificial Intelligence (Springer Nature), 2026</a:t>
            </a:r>
          </a:p>
          <a:p>
            <a:pPr algn="just">
              <a:spcAft>
                <a:spcPts val="500"/>
              </a:spcAft>
            </a:pPr>
            <a:r>
              <a:rPr sz="2000" b="1" dirty="0">
                <a:solidFill>
                  <a:srgbClr val="222222"/>
                </a:solidFill>
                <a:latin typeface="Times New Roman" panose="02020603050405020304" pitchFamily="18" charset="0"/>
                <a:cs typeface="Times New Roman" panose="02020603050405020304" pitchFamily="18" charset="0"/>
              </a:rPr>
              <a:t>Methodology: </a:t>
            </a:r>
            <a:r>
              <a:rPr sz="2000" dirty="0">
                <a:solidFill>
                  <a:srgbClr val="333333"/>
                </a:solidFill>
                <a:latin typeface="Times New Roman" panose="02020603050405020304" pitchFamily="18" charset="0"/>
                <a:cs typeface="Times New Roman" panose="02020603050405020304" pitchFamily="18" charset="0"/>
              </a:rPr>
              <a:t>The study constructs a robust multi-facet facial recognition model using deep feature vector extraction and KNN classification for student authentication under variable lighting and pose angles.</a:t>
            </a:r>
          </a:p>
          <a:p>
            <a:pPr algn="just">
              <a:spcAft>
                <a:spcPts val="500"/>
              </a:spcAft>
            </a:pPr>
            <a:r>
              <a:rPr sz="2000" b="1" dirty="0">
                <a:solidFill>
                  <a:srgbClr val="222222"/>
                </a:solidFill>
                <a:latin typeface="Times New Roman" panose="02020603050405020304" pitchFamily="18" charset="0"/>
                <a:cs typeface="Times New Roman" panose="02020603050405020304" pitchFamily="18" charset="0"/>
              </a:rPr>
              <a:t>Algorithms Used: </a:t>
            </a:r>
            <a:r>
              <a:rPr sz="2000" dirty="0" err="1">
                <a:solidFill>
                  <a:srgbClr val="333333"/>
                </a:solidFill>
                <a:latin typeface="Times New Roman" panose="02020603050405020304" pitchFamily="18" charset="0"/>
                <a:cs typeface="Times New Roman" panose="02020603050405020304" pitchFamily="18" charset="0"/>
              </a:rPr>
              <a:t>ResNet</a:t>
            </a:r>
            <a:r>
              <a:rPr sz="2000" dirty="0">
                <a:solidFill>
                  <a:srgbClr val="333333"/>
                </a:solidFill>
                <a:latin typeface="Times New Roman" panose="02020603050405020304" pitchFamily="18" charset="0"/>
                <a:cs typeface="Times New Roman" panose="02020603050405020304" pitchFamily="18" charset="0"/>
              </a:rPr>
              <a:t>-based Deep Feature Vector Extraction, K-Nearest Neighbors (KNN) Classifier</a:t>
            </a:r>
          </a:p>
          <a:p>
            <a:pPr algn="just">
              <a:spcAft>
                <a:spcPts val="500"/>
              </a:spcAft>
            </a:pPr>
            <a:r>
              <a:rPr sz="2000" b="1" dirty="0">
                <a:solidFill>
                  <a:srgbClr val="222222"/>
                </a:solidFill>
                <a:latin typeface="Times New Roman" panose="02020603050405020304" pitchFamily="18" charset="0"/>
                <a:cs typeface="Times New Roman" panose="02020603050405020304" pitchFamily="18" charset="0"/>
              </a:rPr>
              <a:t>Dataset Used: </a:t>
            </a:r>
            <a:r>
              <a:rPr sz="2000" dirty="0">
                <a:solidFill>
                  <a:srgbClr val="333333"/>
                </a:solidFill>
                <a:latin typeface="Times New Roman" panose="02020603050405020304" pitchFamily="18" charset="0"/>
                <a:cs typeface="Times New Roman" panose="02020603050405020304" pitchFamily="18" charset="0"/>
              </a:rPr>
              <a:t>Institutional student facial recognition dataset with lighting shifts, facial accessories (glasses/masks), and pose variations.</a:t>
            </a:r>
          </a:p>
          <a:p>
            <a:pPr algn="just">
              <a:spcAft>
                <a:spcPts val="500"/>
              </a:spcAft>
            </a:pPr>
            <a:r>
              <a:rPr sz="2000" b="1" dirty="0">
                <a:solidFill>
                  <a:srgbClr val="222222"/>
                </a:solidFill>
                <a:latin typeface="Times New Roman" panose="02020603050405020304" pitchFamily="18" charset="0"/>
                <a:cs typeface="Times New Roman" panose="02020603050405020304" pitchFamily="18" charset="0"/>
              </a:rPr>
              <a:t>Evaluation Metrics: </a:t>
            </a:r>
            <a:r>
              <a:rPr sz="2000" dirty="0">
                <a:solidFill>
                  <a:srgbClr val="333333"/>
                </a:solidFill>
                <a:latin typeface="Times New Roman" panose="02020603050405020304" pitchFamily="18" charset="0"/>
                <a:cs typeface="Times New Roman" panose="02020603050405020304" pitchFamily="18" charset="0"/>
              </a:rPr>
              <a:t>Student Authentication Accuracy — 99.00% across variable lighting and head pose angles.</a:t>
            </a:r>
          </a:p>
          <a:p>
            <a:pPr algn="just">
              <a:spcAft>
                <a:spcPts val="500"/>
              </a:spcAft>
            </a:pPr>
            <a:r>
              <a:rPr sz="2000" b="1" dirty="0">
                <a:solidFill>
                  <a:srgbClr val="222222"/>
                </a:solidFill>
                <a:latin typeface="Times New Roman" panose="02020603050405020304" pitchFamily="18" charset="0"/>
                <a:cs typeface="Times New Roman" panose="02020603050405020304" pitchFamily="18" charset="0"/>
              </a:rPr>
              <a:t>Research Gap: </a:t>
            </a:r>
            <a:r>
              <a:rPr sz="2000" dirty="0">
                <a:solidFill>
                  <a:srgbClr val="333333"/>
                </a:solidFill>
                <a:latin typeface="Times New Roman" panose="02020603050405020304" pitchFamily="18" charset="0"/>
                <a:cs typeface="Times New Roman" panose="02020603050405020304" pitchFamily="18" charset="0"/>
              </a:rPr>
              <a:t>Primary focus is pre-exam identity authentication and attendance check-in, rather than continuous desk-level physical malpractice tracking during the examination.</a:t>
            </a:r>
          </a:p>
        </p:txBody>
      </p:sp>
    </p:spTree>
    <p:extLst>
      <p:ext uri="{BB962C8B-B14F-4D97-AF65-F5344CB8AC3E}">
        <p14:creationId xmlns:p14="http://schemas.microsoft.com/office/powerpoint/2010/main" val="2199801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9E500-F6D2-3C3F-3B6C-C386FC44B6C2}"/>
            </a:ext>
          </a:extLst>
        </p:cNvPr>
        <p:cNvGrpSpPr/>
        <p:nvPr/>
      </p:nvGrpSpPr>
      <p:grpSpPr>
        <a:xfrm>
          <a:off x="0" y="0"/>
          <a:ext cx="0" cy="0"/>
          <a:chOff x="0" y="0"/>
          <a:chExt cx="0" cy="0"/>
        </a:xfrm>
      </p:grpSpPr>
      <p:sp>
        <p:nvSpPr>
          <p:cNvPr id="5" name="Text 4">
            <a:extLst>
              <a:ext uri="{FF2B5EF4-FFF2-40B4-BE49-F238E27FC236}">
                <a16:creationId xmlns:a16="http://schemas.microsoft.com/office/drawing/2014/main" id="{E0F08B99-18E4-D853-CEBB-7F213B25C368}"/>
              </a:ext>
            </a:extLst>
          </p:cNvPr>
          <p:cNvSpPr/>
          <p:nvPr/>
        </p:nvSpPr>
        <p:spPr>
          <a:xfrm>
            <a:off x="644465" y="444126"/>
            <a:ext cx="11744325" cy="411480"/>
          </a:xfrm>
          <a:prstGeom prst="rect">
            <a:avLst/>
          </a:prstGeom>
          <a:noFill/>
          <a:ln/>
        </p:spPr>
        <p:txBody>
          <a:bodyPr wrap="square" rtlCol="0" anchor="ctr"/>
          <a:lstStyle/>
          <a:p>
            <a:r>
              <a:rPr lang="en-US" sz="3000" b="1" dirty="0">
                <a:solidFill>
                  <a:srgbClr val="FF0000"/>
                </a:solidFill>
                <a:latin typeface="Cambria" pitchFamily="34" charset="0"/>
                <a:ea typeface="Cambria" pitchFamily="34" charset="-122"/>
              </a:rPr>
              <a:t>ALGORITHM                                                                                   </a:t>
            </a:r>
            <a:r>
              <a:rPr lang="en-US" sz="1600" i="1" dirty="0">
                <a:solidFill>
                  <a:schemeClr val="tx1"/>
                </a:solidFill>
                <a:latin typeface="Cambria" pitchFamily="34" charset="0"/>
                <a:ea typeface="Cambria" pitchFamily="34" charset="-122"/>
              </a:rPr>
              <a:t>CB.SC.P2CSE26016</a:t>
            </a:r>
          </a:p>
        </p:txBody>
      </p:sp>
      <p:sp>
        <p:nvSpPr>
          <p:cNvPr id="6" name="TextBox 5">
            <a:extLst>
              <a:ext uri="{FF2B5EF4-FFF2-40B4-BE49-F238E27FC236}">
                <a16:creationId xmlns:a16="http://schemas.microsoft.com/office/drawing/2014/main" id="{03263706-7A73-B167-1D7F-D746FA69025B}"/>
              </a:ext>
            </a:extLst>
          </p:cNvPr>
          <p:cNvSpPr txBox="1"/>
          <p:nvPr/>
        </p:nvSpPr>
        <p:spPr>
          <a:xfrm>
            <a:off x="644465" y="1092479"/>
            <a:ext cx="11744325" cy="3540200"/>
          </a:xfrm>
          <a:prstGeom prst="rect">
            <a:avLst/>
          </a:prstGeom>
          <a:noFill/>
        </p:spPr>
        <p:txBody>
          <a:bodyPr wrap="square" rtlCol="0">
            <a:spAutoFit/>
          </a:bodyPr>
          <a:lstStyle/>
          <a:p>
            <a:pPr>
              <a:lnSpc>
                <a:spcPct val="150000"/>
              </a:lnSpc>
            </a:pPr>
            <a:r>
              <a:rPr lang="en-IN" sz="2200" b="1" dirty="0">
                <a:latin typeface="Times New Roman" panose="02020603050405020304" pitchFamily="18" charset="0"/>
                <a:cs typeface="Times New Roman" panose="02020603050405020304" pitchFamily="18" charset="0"/>
              </a:rPr>
              <a:t>Physical Malpractice Detection</a:t>
            </a:r>
            <a:endParaRPr lang="en-IN" sz="2200" dirty="0">
              <a:latin typeface="Times New Roman" panose="02020603050405020304" pitchFamily="18" charset="0"/>
              <a:cs typeface="Times New Roman" panose="02020603050405020304" pitchFamily="18" charset="0"/>
            </a:endParaRPr>
          </a:p>
          <a:p>
            <a:pPr lvl="0">
              <a:lnSpc>
                <a:spcPct val="150000"/>
              </a:lnSpc>
            </a:pPr>
            <a:r>
              <a:rPr lang="en-IN" sz="2100" b="1" dirty="0">
                <a:latin typeface="Times New Roman" panose="02020603050405020304" pitchFamily="18" charset="0"/>
                <a:cs typeface="Times New Roman" panose="02020603050405020304" pitchFamily="18" charset="0"/>
              </a:rPr>
              <a:t>ResNet50V2 + LSTM</a:t>
            </a:r>
            <a:r>
              <a:rPr lang="en-IN" sz="2200" b="1" dirty="0">
                <a:latin typeface="Times New Roman" panose="02020603050405020304" pitchFamily="18" charset="0"/>
                <a:cs typeface="Times New Roman" panose="02020603050405020304" pitchFamily="18" charset="0"/>
              </a:rPr>
              <a:t>:</a:t>
            </a:r>
          </a:p>
          <a:p>
            <a:pPr lvl="0">
              <a:lnSpc>
                <a:spcPct val="150000"/>
              </a:lnSpc>
            </a:pPr>
            <a:r>
              <a:rPr lang="en-IN" sz="2200" dirty="0">
                <a:latin typeface="Times New Roman" panose="02020603050405020304" pitchFamily="18" charset="0"/>
                <a:cs typeface="Times New Roman" panose="02020603050405020304" pitchFamily="18" charset="0"/>
              </a:rPr>
              <a:t>Used to understand student activities from CCTV video over a sequence of frames. </a:t>
            </a:r>
          </a:p>
          <a:p>
            <a:pPr lvl="0">
              <a:lnSpc>
                <a:spcPct val="150000"/>
              </a:lnSpc>
            </a:pPr>
            <a:r>
              <a:rPr lang="en-IN" sz="2100" b="1" dirty="0">
                <a:latin typeface="Times New Roman" panose="02020603050405020304" pitchFamily="18" charset="0"/>
                <a:cs typeface="Times New Roman" panose="02020603050405020304" pitchFamily="18" charset="0"/>
              </a:rPr>
              <a:t>Mouth Aspect Ratio (MAR)</a:t>
            </a:r>
          </a:p>
          <a:p>
            <a:pPr lvl="0">
              <a:lnSpc>
                <a:spcPct val="150000"/>
              </a:lnSpc>
            </a:pPr>
            <a:r>
              <a:rPr lang="en-IN" sz="2100" dirty="0">
                <a:latin typeface="Times New Roman" panose="02020603050405020304" pitchFamily="18" charset="0"/>
                <a:cs typeface="Times New Roman" panose="02020603050405020304" pitchFamily="18" charset="0"/>
              </a:rPr>
              <a:t> </a:t>
            </a:r>
            <a:r>
              <a:rPr lang="en-IN" sz="2200" dirty="0">
                <a:latin typeface="Times New Roman" panose="02020603050405020304" pitchFamily="18" charset="0"/>
                <a:cs typeface="Times New Roman" panose="02020603050405020304" pitchFamily="18" charset="0"/>
              </a:rPr>
              <a:t>Used to measure mouth opening and detect possible talking. </a:t>
            </a:r>
          </a:p>
          <a:p>
            <a:pPr lvl="0">
              <a:lnSpc>
                <a:spcPct val="150000"/>
              </a:lnSpc>
            </a:pPr>
            <a:r>
              <a:rPr lang="en-IN" sz="2100" b="1" dirty="0">
                <a:latin typeface="Times New Roman" panose="02020603050405020304" pitchFamily="18" charset="0"/>
                <a:cs typeface="Times New Roman" panose="02020603050405020304" pitchFamily="18" charset="0"/>
              </a:rPr>
              <a:t>YOLOv8 / YOLOv12</a:t>
            </a:r>
            <a:endParaRPr lang="en-IN" sz="2200" b="1" dirty="0">
              <a:latin typeface="Times New Roman" panose="02020603050405020304" pitchFamily="18" charset="0"/>
              <a:cs typeface="Times New Roman" panose="02020603050405020304" pitchFamily="18" charset="0"/>
            </a:endParaRPr>
          </a:p>
          <a:p>
            <a:pPr lvl="0">
              <a:lnSpc>
                <a:spcPct val="150000"/>
              </a:lnSpc>
            </a:pPr>
            <a:r>
              <a:rPr lang="en-IN" sz="2200" dirty="0">
                <a:latin typeface="Times New Roman" panose="02020603050405020304" pitchFamily="18" charset="0"/>
                <a:cs typeface="Times New Roman" panose="02020603050405020304" pitchFamily="18" charset="0"/>
              </a:rPr>
              <a:t>Used to detect prohibited objects such as mobile phones, smartwatches and cheat sheets. </a:t>
            </a:r>
          </a:p>
        </p:txBody>
      </p:sp>
      <p:sp>
        <p:nvSpPr>
          <p:cNvPr id="8" name="Text 8">
            <a:extLst>
              <a:ext uri="{FF2B5EF4-FFF2-40B4-BE49-F238E27FC236}">
                <a16:creationId xmlns:a16="http://schemas.microsoft.com/office/drawing/2014/main" id="{57FC9923-329B-F96B-0156-9B601E38BB9A}"/>
              </a:ext>
            </a:extLst>
          </p:cNvPr>
          <p:cNvSpPr/>
          <p:nvPr/>
        </p:nvSpPr>
        <p:spPr>
          <a:xfrm>
            <a:off x="524163" y="2656839"/>
            <a:ext cx="4572000" cy="411480"/>
          </a:xfrm>
          <a:prstGeom prst="rect">
            <a:avLst/>
          </a:prstGeom>
          <a:noFill/>
          <a:ln/>
        </p:spPr>
        <p:txBody>
          <a:bodyPr wrap="square" rtlCol="0" anchor="ctr"/>
          <a:lstStyle/>
          <a:p>
            <a:pPr marL="0" indent="0">
              <a:buNone/>
            </a:pPr>
            <a:endParaRPr lang="en-US" sz="3000" b="1" dirty="0">
              <a:solidFill>
                <a:srgbClr val="FF0000"/>
              </a:solidFill>
              <a:latin typeface="Cambria" pitchFamily="34" charset="0"/>
              <a:ea typeface="Cambria" pitchFamily="34" charset="-122"/>
            </a:endParaRPr>
          </a:p>
        </p:txBody>
      </p:sp>
    </p:spTree>
    <p:extLst>
      <p:ext uri="{BB962C8B-B14F-4D97-AF65-F5344CB8AC3E}">
        <p14:creationId xmlns:p14="http://schemas.microsoft.com/office/powerpoint/2010/main" val="19006022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38222FE-7D9B-AB5C-CB57-2936AA98E577}"/>
              </a:ext>
            </a:extLst>
          </p:cNvPr>
          <p:cNvSpPr txBox="1"/>
          <p:nvPr/>
        </p:nvSpPr>
        <p:spPr>
          <a:xfrm>
            <a:off x="639791" y="1112808"/>
            <a:ext cx="10757139" cy="2547620"/>
          </a:xfrm>
          <a:prstGeom prst="rect">
            <a:avLst/>
          </a:prstGeom>
          <a:noFill/>
        </p:spPr>
        <p:txBody>
          <a:bodyPr wrap="square">
            <a:spAutoFit/>
          </a:bodyPr>
          <a:lstStyle/>
          <a:p>
            <a:pPr lvl="0">
              <a:lnSpc>
                <a:spcPct val="150000"/>
              </a:lnSpc>
            </a:pPr>
            <a:r>
              <a:rPr lang="en-IN" sz="2100" b="1" dirty="0">
                <a:latin typeface="Times New Roman" panose="02020603050405020304" pitchFamily="18" charset="0"/>
                <a:cs typeface="Times New Roman" panose="02020603050405020304" pitchFamily="18" charset="0"/>
              </a:rPr>
              <a:t>3D Head Pose</a:t>
            </a:r>
          </a:p>
          <a:p>
            <a:pPr lvl="0">
              <a:lnSpc>
                <a:spcPct val="150000"/>
              </a:lnSpc>
            </a:pPr>
            <a:r>
              <a:rPr lang="en-IN" sz="2200" dirty="0">
                <a:latin typeface="Times New Roman" panose="02020603050405020304" pitchFamily="18" charset="0"/>
                <a:cs typeface="Times New Roman" panose="02020603050405020304" pitchFamily="18" charset="0"/>
              </a:rPr>
              <a:t>Used to estimate head direction and identify whether a student is turning toward another desk. </a:t>
            </a:r>
          </a:p>
          <a:p>
            <a:pPr>
              <a:lnSpc>
                <a:spcPct val="150000"/>
              </a:lnSpc>
            </a:pPr>
            <a:r>
              <a:rPr lang="en-IN" sz="2200" b="1" dirty="0">
                <a:latin typeface="Times New Roman" panose="02020603050405020304" pitchFamily="18" charset="0"/>
                <a:cs typeface="Times New Roman" panose="02020603050405020304" pitchFamily="18" charset="0"/>
              </a:rPr>
              <a:t>Main idea</a:t>
            </a:r>
            <a:br>
              <a:rPr lang="en-IN" sz="2200" dirty="0">
                <a:latin typeface="Times New Roman" panose="02020603050405020304" pitchFamily="18" charset="0"/>
                <a:cs typeface="Times New Roman" panose="02020603050405020304" pitchFamily="18" charset="0"/>
              </a:rPr>
            </a:br>
            <a:r>
              <a:rPr lang="en-IN" sz="2200" dirty="0">
                <a:latin typeface="Times New Roman" panose="02020603050405020304" pitchFamily="18" charset="0"/>
                <a:cs typeface="Times New Roman" panose="02020603050405020304" pitchFamily="18" charset="0"/>
              </a:rPr>
              <a:t>Instead of depending on one detection method, I combine these visual features to make the final decision.</a:t>
            </a:r>
          </a:p>
        </p:txBody>
      </p:sp>
      <p:sp>
        <p:nvSpPr>
          <p:cNvPr id="5" name="TextBox 4">
            <a:extLst>
              <a:ext uri="{FF2B5EF4-FFF2-40B4-BE49-F238E27FC236}">
                <a16:creationId xmlns:a16="http://schemas.microsoft.com/office/drawing/2014/main" id="{6A21E5AA-A9B0-0C68-0430-624BC5AC6541}"/>
              </a:ext>
            </a:extLst>
          </p:cNvPr>
          <p:cNvSpPr txBox="1"/>
          <p:nvPr/>
        </p:nvSpPr>
        <p:spPr>
          <a:xfrm>
            <a:off x="639791" y="336432"/>
            <a:ext cx="11050439" cy="553998"/>
          </a:xfrm>
          <a:prstGeom prst="rect">
            <a:avLst/>
          </a:prstGeom>
          <a:noFill/>
        </p:spPr>
        <p:txBody>
          <a:bodyPr wrap="square">
            <a:spAutoFit/>
          </a:bodyPr>
          <a:lstStyle/>
          <a:p>
            <a:r>
              <a:rPr lang="en-US" sz="3000" b="1" dirty="0">
                <a:solidFill>
                  <a:srgbClr val="FF0000"/>
                </a:solidFill>
                <a:latin typeface="Cambria" pitchFamily="34" charset="0"/>
                <a:ea typeface="Cambria" pitchFamily="34" charset="-122"/>
              </a:rPr>
              <a:t>ALGORITHM  </a:t>
            </a:r>
            <a:r>
              <a:rPr lang="en-US" sz="3000" b="1" i="1" dirty="0">
                <a:solidFill>
                  <a:srgbClr val="FF0000"/>
                </a:solidFill>
                <a:latin typeface="Cambria" pitchFamily="34" charset="0"/>
                <a:ea typeface="Cambria" pitchFamily="34" charset="-122"/>
              </a:rPr>
              <a:t>- </a:t>
            </a:r>
            <a:r>
              <a:rPr lang="en-US" sz="2400" b="1" i="1" dirty="0">
                <a:solidFill>
                  <a:srgbClr val="FF0000"/>
                </a:solidFill>
                <a:latin typeface="Cambria" pitchFamily="34" charset="0"/>
                <a:ea typeface="Cambria" pitchFamily="34" charset="-122"/>
              </a:rPr>
              <a:t>Contd…</a:t>
            </a:r>
            <a:r>
              <a:rPr lang="en-US" sz="2400" i="1" dirty="0">
                <a:solidFill>
                  <a:schemeClr val="tx1"/>
                </a:solidFill>
                <a:latin typeface="Cambria" pitchFamily="34" charset="0"/>
                <a:ea typeface="Cambria" pitchFamily="34" charset="-122"/>
              </a:rPr>
              <a:t> </a:t>
            </a:r>
          </a:p>
        </p:txBody>
      </p:sp>
    </p:spTree>
    <p:extLst>
      <p:ext uri="{BB962C8B-B14F-4D97-AF65-F5344CB8AC3E}">
        <p14:creationId xmlns:p14="http://schemas.microsoft.com/office/powerpoint/2010/main" val="38240583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E5780-BFED-8100-7EF8-8DCC6EA17F2A}"/>
            </a:ext>
          </a:extLst>
        </p:cNvPr>
        <p:cNvGrpSpPr/>
        <p:nvPr/>
      </p:nvGrpSpPr>
      <p:grpSpPr>
        <a:xfrm>
          <a:off x="0" y="0"/>
          <a:ext cx="0" cy="0"/>
          <a:chOff x="0" y="0"/>
          <a:chExt cx="0" cy="0"/>
        </a:xfrm>
      </p:grpSpPr>
      <p:sp>
        <p:nvSpPr>
          <p:cNvPr id="5" name="Text 4">
            <a:extLst>
              <a:ext uri="{FF2B5EF4-FFF2-40B4-BE49-F238E27FC236}">
                <a16:creationId xmlns:a16="http://schemas.microsoft.com/office/drawing/2014/main" id="{32F51605-4AB5-2FDE-5373-8C5880AB4001}"/>
              </a:ext>
            </a:extLst>
          </p:cNvPr>
          <p:cNvSpPr/>
          <p:nvPr/>
        </p:nvSpPr>
        <p:spPr>
          <a:xfrm>
            <a:off x="646981" y="376707"/>
            <a:ext cx="11744325" cy="411480"/>
          </a:xfrm>
          <a:prstGeom prst="rect">
            <a:avLst/>
          </a:prstGeom>
          <a:noFill/>
          <a:ln/>
        </p:spPr>
        <p:txBody>
          <a:bodyPr wrap="square" rtlCol="0" anchor="ctr"/>
          <a:lstStyle/>
          <a:p>
            <a:r>
              <a:rPr lang="en-US" sz="3000" b="1" dirty="0">
                <a:solidFill>
                  <a:srgbClr val="FF0000"/>
                </a:solidFill>
                <a:latin typeface="Cambria" pitchFamily="34" charset="0"/>
                <a:ea typeface="Cambria" pitchFamily="34" charset="-122"/>
              </a:rPr>
              <a:t>ALGORITHM  </a:t>
            </a:r>
            <a:r>
              <a:rPr lang="en-US" sz="3000" b="1" i="1" dirty="0">
                <a:solidFill>
                  <a:srgbClr val="FF0000"/>
                </a:solidFill>
                <a:latin typeface="Cambria" pitchFamily="34" charset="0"/>
                <a:ea typeface="Cambria" pitchFamily="34" charset="-122"/>
              </a:rPr>
              <a:t>- </a:t>
            </a:r>
            <a:r>
              <a:rPr lang="en-US" sz="2400" b="1" i="1" dirty="0">
                <a:solidFill>
                  <a:srgbClr val="FF0000"/>
                </a:solidFill>
                <a:latin typeface="Cambria" pitchFamily="34" charset="0"/>
                <a:ea typeface="Cambria" pitchFamily="34" charset="-122"/>
              </a:rPr>
              <a:t>Contd…</a:t>
            </a:r>
            <a:r>
              <a:rPr lang="en-US" sz="2400" i="1" dirty="0">
                <a:solidFill>
                  <a:schemeClr val="tx1"/>
                </a:solidFill>
                <a:latin typeface="Cambria" pitchFamily="34" charset="0"/>
                <a:ea typeface="Cambria" pitchFamily="34" charset="-122"/>
              </a:rPr>
              <a:t> </a:t>
            </a:r>
          </a:p>
        </p:txBody>
      </p:sp>
      <p:sp>
        <p:nvSpPr>
          <p:cNvPr id="6" name="TextBox 5">
            <a:extLst>
              <a:ext uri="{FF2B5EF4-FFF2-40B4-BE49-F238E27FC236}">
                <a16:creationId xmlns:a16="http://schemas.microsoft.com/office/drawing/2014/main" id="{724CAA98-E45D-6B41-3AC3-F2E869AB9252}"/>
              </a:ext>
            </a:extLst>
          </p:cNvPr>
          <p:cNvSpPr txBox="1"/>
          <p:nvPr/>
        </p:nvSpPr>
        <p:spPr>
          <a:xfrm>
            <a:off x="646981" y="756865"/>
            <a:ext cx="11344994" cy="5640775"/>
          </a:xfrm>
          <a:prstGeom prst="rect">
            <a:avLst/>
          </a:prstGeom>
          <a:noFill/>
        </p:spPr>
        <p:txBody>
          <a:bodyPr wrap="square" rtlCol="0">
            <a:spAutoFit/>
          </a:bodyPr>
          <a:lstStyle/>
          <a:p>
            <a:pPr>
              <a:lnSpc>
                <a:spcPct val="150000"/>
              </a:lnSpc>
            </a:pPr>
            <a:r>
              <a:rPr lang="en-IN" sz="2200" b="1" dirty="0">
                <a:latin typeface="Times New Roman" panose="02020603050405020304" pitchFamily="18" charset="0"/>
                <a:cs typeface="Times New Roman" panose="02020603050405020304" pitchFamily="18" charset="0"/>
              </a:rPr>
              <a:t>Spatial-Temporal Gaze-Pose-Lip Rule Engine</a:t>
            </a:r>
          </a:p>
          <a:p>
            <a:pPr>
              <a:lnSpc>
                <a:spcPct val="150000"/>
              </a:lnSpc>
            </a:pPr>
            <a:r>
              <a:rPr lang="en-IN" sz="2200" dirty="0">
                <a:latin typeface="Times New Roman" panose="02020603050405020304" pitchFamily="18" charset="0"/>
                <a:cs typeface="Times New Roman" panose="02020603050405020304" pitchFamily="18" charset="0"/>
              </a:rPr>
              <a:t>The basic approach may generate false alerts when a student moves their lips or looks around normally.</a:t>
            </a:r>
          </a:p>
          <a:p>
            <a:pPr>
              <a:lnSpc>
                <a:spcPct val="150000"/>
              </a:lnSpc>
            </a:pPr>
            <a:r>
              <a:rPr lang="en-IN" sz="2200" dirty="0">
                <a:latin typeface="Times New Roman" panose="02020603050405020304" pitchFamily="18" charset="0"/>
                <a:cs typeface="Times New Roman" panose="02020603050405020304" pitchFamily="18" charset="0"/>
              </a:rPr>
              <a:t>So, my approach combines </a:t>
            </a:r>
            <a:r>
              <a:rPr lang="en-IN" sz="2200" b="1" dirty="0">
                <a:latin typeface="Times New Roman" panose="02020603050405020304" pitchFamily="18" charset="0"/>
                <a:cs typeface="Times New Roman" panose="02020603050405020304" pitchFamily="18" charset="0"/>
              </a:rPr>
              <a:t>three conditions</a:t>
            </a:r>
            <a:r>
              <a:rPr lang="en-IN" sz="2200" dirty="0">
                <a:latin typeface="Times New Roman" panose="02020603050405020304" pitchFamily="18" charset="0"/>
                <a:cs typeface="Times New Roman" panose="02020603050405020304" pitchFamily="18" charset="0"/>
              </a:rPr>
              <a:t>:</a:t>
            </a:r>
          </a:p>
          <a:p>
            <a:pPr lvl="5"/>
            <a:r>
              <a:rPr lang="en-IN" sz="1800" b="1" dirty="0">
                <a:latin typeface="Times New Roman" panose="02020603050405020304" pitchFamily="18" charset="0"/>
                <a:cs typeface="Times New Roman" panose="02020603050405020304" pitchFamily="18" charset="0"/>
              </a:rPr>
              <a:t>			</a:t>
            </a:r>
            <a:r>
              <a:rPr lang="en-IN" sz="1900" b="1" dirty="0">
                <a:latin typeface="Times New Roman" panose="02020603050405020304" pitchFamily="18" charset="0"/>
                <a:cs typeface="Times New Roman" panose="02020603050405020304" pitchFamily="18" charset="0"/>
              </a:rPr>
              <a:t>Mouth Movement</a:t>
            </a:r>
            <a:br>
              <a:rPr lang="en-IN" sz="1900" dirty="0">
                <a:latin typeface="Times New Roman" panose="02020603050405020304" pitchFamily="18" charset="0"/>
                <a:cs typeface="Times New Roman" panose="02020603050405020304" pitchFamily="18" charset="0"/>
              </a:rPr>
            </a:br>
            <a:r>
              <a:rPr lang="en-IN" sz="1900" dirty="0">
                <a:latin typeface="Times New Roman" panose="02020603050405020304" pitchFamily="18" charset="0"/>
                <a:cs typeface="Times New Roman" panose="02020603050405020304" pitchFamily="18" charset="0"/>
              </a:rPr>
              <a:t>			MAR &gt; 0.35</a:t>
            </a:r>
            <a:br>
              <a:rPr lang="en-IN" sz="1900" dirty="0">
                <a:latin typeface="Times New Roman" panose="02020603050405020304" pitchFamily="18" charset="0"/>
                <a:cs typeface="Times New Roman" panose="02020603050405020304" pitchFamily="18" charset="0"/>
              </a:rPr>
            </a:br>
            <a:r>
              <a:rPr lang="en-IN" sz="1900" dirty="0">
                <a:latin typeface="Times New Roman" panose="02020603050405020304" pitchFamily="18" charset="0"/>
                <a:cs typeface="Times New Roman" panose="02020603050405020304" pitchFamily="18" charset="0"/>
              </a:rPr>
              <a:t>			↓</a:t>
            </a:r>
            <a:br>
              <a:rPr lang="en-IN" sz="1900" dirty="0">
                <a:latin typeface="Times New Roman" panose="02020603050405020304" pitchFamily="18" charset="0"/>
                <a:cs typeface="Times New Roman" panose="02020603050405020304" pitchFamily="18" charset="0"/>
              </a:rPr>
            </a:br>
            <a:r>
              <a:rPr lang="en-IN" sz="1900" dirty="0">
                <a:latin typeface="Times New Roman" panose="02020603050405020304" pitchFamily="18" charset="0"/>
                <a:cs typeface="Times New Roman" panose="02020603050405020304" pitchFamily="18" charset="0"/>
              </a:rPr>
              <a:t>			</a:t>
            </a:r>
            <a:r>
              <a:rPr lang="en-IN" sz="1900" b="1" dirty="0">
                <a:latin typeface="Times New Roman" panose="02020603050405020304" pitchFamily="18" charset="0"/>
                <a:cs typeface="Times New Roman" panose="02020603050405020304" pitchFamily="18" charset="0"/>
              </a:rPr>
              <a:t>Head Direction</a:t>
            </a:r>
            <a:br>
              <a:rPr lang="en-IN" sz="1900" dirty="0">
                <a:latin typeface="Times New Roman" panose="02020603050405020304" pitchFamily="18" charset="0"/>
                <a:cs typeface="Times New Roman" panose="02020603050405020304" pitchFamily="18" charset="0"/>
              </a:rPr>
            </a:br>
            <a:r>
              <a:rPr lang="en-IN" sz="1900" dirty="0">
                <a:latin typeface="Times New Roman" panose="02020603050405020304" pitchFamily="18" charset="0"/>
                <a:cs typeface="Times New Roman" panose="02020603050405020304" pitchFamily="18" charset="0"/>
              </a:rPr>
              <a:t>			|Yaw| &gt; 30°</a:t>
            </a:r>
            <a:br>
              <a:rPr lang="en-IN" sz="1900" dirty="0">
                <a:latin typeface="Times New Roman" panose="02020603050405020304" pitchFamily="18" charset="0"/>
                <a:cs typeface="Times New Roman" panose="02020603050405020304" pitchFamily="18" charset="0"/>
              </a:rPr>
            </a:br>
            <a:r>
              <a:rPr lang="en-IN" sz="1900" dirty="0">
                <a:latin typeface="Times New Roman" panose="02020603050405020304" pitchFamily="18" charset="0"/>
                <a:cs typeface="Times New Roman" panose="02020603050405020304" pitchFamily="18" charset="0"/>
              </a:rPr>
              <a:t>			↓</a:t>
            </a:r>
            <a:br>
              <a:rPr lang="en-IN" sz="1900" dirty="0">
                <a:latin typeface="Times New Roman" panose="02020603050405020304" pitchFamily="18" charset="0"/>
                <a:cs typeface="Times New Roman" panose="02020603050405020304" pitchFamily="18" charset="0"/>
              </a:rPr>
            </a:br>
            <a:r>
              <a:rPr lang="en-IN" sz="1900" dirty="0">
                <a:latin typeface="Times New Roman" panose="02020603050405020304" pitchFamily="18" charset="0"/>
                <a:cs typeface="Times New Roman" panose="02020603050405020304" pitchFamily="18" charset="0"/>
              </a:rPr>
              <a:t>			</a:t>
            </a:r>
            <a:r>
              <a:rPr lang="en-IN" sz="1900" b="1" dirty="0">
                <a:latin typeface="Times New Roman" panose="02020603050405020304" pitchFamily="18" charset="0"/>
                <a:cs typeface="Times New Roman" panose="02020603050405020304" pitchFamily="18" charset="0"/>
              </a:rPr>
              <a:t>Continuous Behaviour</a:t>
            </a:r>
            <a:br>
              <a:rPr lang="en-IN" sz="1900" dirty="0">
                <a:latin typeface="Times New Roman" panose="02020603050405020304" pitchFamily="18" charset="0"/>
                <a:cs typeface="Times New Roman" panose="02020603050405020304" pitchFamily="18" charset="0"/>
              </a:rPr>
            </a:br>
            <a:r>
              <a:rPr lang="en-IN" sz="1900" dirty="0">
                <a:latin typeface="Times New Roman" panose="02020603050405020304" pitchFamily="18" charset="0"/>
                <a:cs typeface="Times New Roman" panose="02020603050405020304" pitchFamily="18" charset="0"/>
              </a:rPr>
              <a:t>			≥ 3 seconds</a:t>
            </a:r>
            <a:br>
              <a:rPr lang="en-IN" sz="1900" dirty="0">
                <a:latin typeface="Times New Roman" panose="02020603050405020304" pitchFamily="18" charset="0"/>
                <a:cs typeface="Times New Roman" panose="02020603050405020304" pitchFamily="18" charset="0"/>
              </a:rPr>
            </a:br>
            <a:r>
              <a:rPr lang="en-IN" sz="1900" dirty="0">
                <a:latin typeface="Times New Roman" panose="02020603050405020304" pitchFamily="18" charset="0"/>
                <a:cs typeface="Times New Roman" panose="02020603050405020304" pitchFamily="18" charset="0"/>
              </a:rPr>
              <a:t>			↓</a:t>
            </a:r>
          </a:p>
          <a:p>
            <a:pPr lvl="5">
              <a:lnSpc>
                <a:spcPct val="150000"/>
              </a:lnSpc>
            </a:pPr>
            <a:r>
              <a:rPr lang="en-IN" sz="1900" b="1" dirty="0">
                <a:latin typeface="Times New Roman" panose="02020603050405020304" pitchFamily="18" charset="0"/>
                <a:cs typeface="Times New Roman" panose="02020603050405020304" pitchFamily="18" charset="0"/>
              </a:rPr>
              <a:t>			Malpractice Alert</a:t>
            </a:r>
          </a:p>
          <a:p>
            <a:pPr>
              <a:lnSpc>
                <a:spcPct val="150000"/>
              </a:lnSpc>
            </a:pPr>
            <a:endParaRPr lang="en-IN" sz="2200" dirty="0">
              <a:latin typeface="Times New Roman" panose="02020603050405020304" pitchFamily="18" charset="0"/>
              <a:cs typeface="Times New Roman" panose="02020603050405020304" pitchFamily="18" charset="0"/>
            </a:endParaRPr>
          </a:p>
        </p:txBody>
      </p:sp>
      <p:sp>
        <p:nvSpPr>
          <p:cNvPr id="8" name="Text 8">
            <a:extLst>
              <a:ext uri="{FF2B5EF4-FFF2-40B4-BE49-F238E27FC236}">
                <a16:creationId xmlns:a16="http://schemas.microsoft.com/office/drawing/2014/main" id="{638E94BA-1629-3137-26F0-8C84A44E92CA}"/>
              </a:ext>
            </a:extLst>
          </p:cNvPr>
          <p:cNvSpPr/>
          <p:nvPr/>
        </p:nvSpPr>
        <p:spPr>
          <a:xfrm>
            <a:off x="524163" y="2656839"/>
            <a:ext cx="4572000" cy="411480"/>
          </a:xfrm>
          <a:prstGeom prst="rect">
            <a:avLst/>
          </a:prstGeom>
          <a:noFill/>
          <a:ln/>
        </p:spPr>
        <p:txBody>
          <a:bodyPr wrap="square" rtlCol="0" anchor="ctr"/>
          <a:lstStyle/>
          <a:p>
            <a:pPr marL="0" indent="0">
              <a:buNone/>
            </a:pPr>
            <a:endParaRPr lang="en-US" sz="3000" b="1" dirty="0">
              <a:solidFill>
                <a:srgbClr val="FF0000"/>
              </a:solidFill>
              <a:latin typeface="Cambria" pitchFamily="34" charset="0"/>
              <a:ea typeface="Cambria" pitchFamily="34" charset="-122"/>
            </a:endParaRPr>
          </a:p>
        </p:txBody>
      </p:sp>
    </p:spTree>
    <p:extLst>
      <p:ext uri="{BB962C8B-B14F-4D97-AF65-F5344CB8AC3E}">
        <p14:creationId xmlns:p14="http://schemas.microsoft.com/office/powerpoint/2010/main" val="8571883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226307-7325-306E-5C80-329B708B698B}"/>
              </a:ext>
            </a:extLst>
          </p:cNvPr>
          <p:cNvSpPr txBox="1"/>
          <p:nvPr/>
        </p:nvSpPr>
        <p:spPr>
          <a:xfrm>
            <a:off x="652732" y="673994"/>
            <a:ext cx="10886536" cy="6079357"/>
          </a:xfrm>
          <a:prstGeom prst="rect">
            <a:avLst/>
          </a:prstGeom>
          <a:noFill/>
        </p:spPr>
        <p:txBody>
          <a:bodyPr wrap="square">
            <a:spAutoFit/>
          </a:bodyPr>
          <a:lstStyle/>
          <a:p>
            <a:pPr>
              <a:lnSpc>
                <a:spcPct val="150000"/>
              </a:lnSpc>
              <a:buNone/>
            </a:pPr>
            <a:r>
              <a:rPr lang="en-IN" sz="2200" dirty="0">
                <a:latin typeface="Times New Roman" panose="02020603050405020304" pitchFamily="18" charset="0"/>
                <a:cs typeface="Times New Roman" panose="02020603050405020304" pitchFamily="18" charset="0"/>
              </a:rPr>
              <a:t>At the same time:</a:t>
            </a:r>
          </a:p>
          <a:p>
            <a:pPr>
              <a:lnSpc>
                <a:spcPct val="150000"/>
              </a:lnSpc>
              <a:buNone/>
            </a:pPr>
            <a:r>
              <a:rPr lang="en-IN" sz="2200" b="1" dirty="0">
                <a:latin typeface="Times New Roman" panose="02020603050405020304" pitchFamily="18" charset="0"/>
                <a:cs typeface="Times New Roman" panose="02020603050405020304" pitchFamily="18" charset="0"/>
              </a:rPr>
              <a:t>YOLO detects prohibited gadget → Immediate Alert</a:t>
            </a:r>
            <a:endParaRPr lang="en-IN" sz="2200" dirty="0">
              <a:latin typeface="Times New Roman" panose="02020603050405020304" pitchFamily="18" charset="0"/>
              <a:cs typeface="Times New Roman" panose="02020603050405020304" pitchFamily="18" charset="0"/>
            </a:endParaRPr>
          </a:p>
          <a:p>
            <a:pPr>
              <a:lnSpc>
                <a:spcPct val="150000"/>
              </a:lnSpc>
              <a:buNone/>
            </a:pPr>
            <a:r>
              <a:rPr lang="en-IN" sz="2200" b="1" dirty="0">
                <a:latin typeface="Times New Roman" panose="02020603050405020304" pitchFamily="18" charset="0"/>
                <a:cs typeface="Times New Roman" panose="02020603050405020304" pitchFamily="18" charset="0"/>
              </a:rPr>
              <a:t>My modification:</a:t>
            </a:r>
            <a:br>
              <a:rPr lang="en-IN" sz="2200" dirty="0">
                <a:latin typeface="Times New Roman" panose="02020603050405020304" pitchFamily="18" charset="0"/>
                <a:cs typeface="Times New Roman" panose="02020603050405020304" pitchFamily="18" charset="0"/>
              </a:rPr>
            </a:br>
            <a:r>
              <a:rPr lang="en-IN" sz="2200" dirty="0">
                <a:latin typeface="Times New Roman" panose="02020603050405020304" pitchFamily="18" charset="0"/>
                <a:cs typeface="Times New Roman" panose="02020603050405020304" pitchFamily="18" charset="0"/>
              </a:rPr>
              <a:t>A single mouth movement is not treated as malpractice. The system checks </a:t>
            </a:r>
            <a:r>
              <a:rPr lang="en-IN" sz="2200" b="1" dirty="0">
                <a:latin typeface="Times New Roman" panose="02020603050405020304" pitchFamily="18" charset="0"/>
                <a:cs typeface="Times New Roman" panose="02020603050405020304" pitchFamily="18" charset="0"/>
              </a:rPr>
              <a:t>mouth movement + head direction + duration</a:t>
            </a:r>
            <a:r>
              <a:rPr lang="en-IN" sz="2200" dirty="0">
                <a:latin typeface="Times New Roman" panose="02020603050405020304" pitchFamily="18" charset="0"/>
                <a:cs typeface="Times New Roman" panose="02020603050405020304" pitchFamily="18" charset="0"/>
              </a:rPr>
              <a:t> before generating an alert</a:t>
            </a:r>
            <a:endParaRPr lang="en-IN" sz="1500" b="1" dirty="0">
              <a:latin typeface="Times New Roman" panose="02020603050405020304" pitchFamily="18" charset="0"/>
              <a:ea typeface="Tahoma" panose="020B0604030504040204" pitchFamily="34" charset="0"/>
              <a:cs typeface="Times New Roman" panose="02020603050405020304" pitchFamily="18" charset="0"/>
            </a:endParaRPr>
          </a:p>
          <a:p>
            <a:r>
              <a:rPr lang="en-IN" sz="2200" b="1" dirty="0">
                <a:latin typeface="Times New Roman" panose="02020603050405020304" pitchFamily="18" charset="0"/>
                <a:ea typeface="Tahoma" panose="020B0604030504040204" pitchFamily="34" charset="0"/>
                <a:cs typeface="Times New Roman" panose="02020603050405020304" pitchFamily="18" charset="0"/>
              </a:rPr>
              <a:t>Proposed Algorithm Flow</a:t>
            </a:r>
          </a:p>
          <a:p>
            <a:pPr lvl="1"/>
            <a:r>
              <a:rPr lang="en-IN" sz="1500" b="1" dirty="0">
                <a:latin typeface="Times New Roman" panose="02020603050405020304" pitchFamily="18" charset="0"/>
                <a:ea typeface="Tahoma" panose="020B0604030504040204" pitchFamily="34" charset="0"/>
                <a:cs typeface="Times New Roman" panose="02020603050405020304" pitchFamily="18" charset="0"/>
              </a:rPr>
              <a:t>			CCTV Video</a:t>
            </a:r>
            <a:br>
              <a:rPr lang="en-IN" sz="1500" dirty="0">
                <a:latin typeface="Times New Roman" panose="02020603050405020304" pitchFamily="18" charset="0"/>
                <a:ea typeface="Tahoma" panose="020B0604030504040204" pitchFamily="34" charset="0"/>
                <a:cs typeface="Times New Roman" panose="02020603050405020304" pitchFamily="18" charset="0"/>
              </a:rPr>
            </a:br>
            <a:r>
              <a:rPr lang="en-IN" sz="1500" dirty="0">
                <a:latin typeface="Times New Roman" panose="02020603050405020304" pitchFamily="18" charset="0"/>
                <a:ea typeface="Tahoma" panose="020B0604030504040204" pitchFamily="34" charset="0"/>
                <a:cs typeface="Times New Roman" panose="02020603050405020304" pitchFamily="18" charset="0"/>
              </a:rPr>
              <a:t>			↓</a:t>
            </a:r>
            <a:br>
              <a:rPr lang="en-IN" sz="1500" dirty="0">
                <a:latin typeface="Times New Roman" panose="02020603050405020304" pitchFamily="18" charset="0"/>
                <a:ea typeface="Tahoma" panose="020B0604030504040204" pitchFamily="34" charset="0"/>
                <a:cs typeface="Times New Roman" panose="02020603050405020304" pitchFamily="18" charset="0"/>
              </a:rPr>
            </a:br>
            <a:r>
              <a:rPr lang="en-IN" sz="1500" dirty="0">
                <a:latin typeface="Times New Roman" panose="02020603050405020304" pitchFamily="18" charset="0"/>
                <a:ea typeface="Tahoma" panose="020B0604030504040204" pitchFamily="34" charset="0"/>
                <a:cs typeface="Times New Roman" panose="02020603050405020304" pitchFamily="18" charset="0"/>
              </a:rPr>
              <a:t>			</a:t>
            </a:r>
            <a:r>
              <a:rPr lang="en-IN" sz="1500" b="1" dirty="0">
                <a:latin typeface="Times New Roman" panose="02020603050405020304" pitchFamily="18" charset="0"/>
                <a:ea typeface="Tahoma" panose="020B0604030504040204" pitchFamily="34" charset="0"/>
                <a:cs typeface="Times New Roman" panose="02020603050405020304" pitchFamily="18" charset="0"/>
              </a:rPr>
              <a:t>Face &amp; Object Detection</a:t>
            </a:r>
            <a:br>
              <a:rPr lang="en-IN" sz="1500" dirty="0">
                <a:latin typeface="Times New Roman" panose="02020603050405020304" pitchFamily="18" charset="0"/>
                <a:ea typeface="Tahoma" panose="020B0604030504040204" pitchFamily="34" charset="0"/>
                <a:cs typeface="Times New Roman" panose="02020603050405020304" pitchFamily="18" charset="0"/>
              </a:rPr>
            </a:br>
            <a:r>
              <a:rPr lang="en-IN" sz="1500" dirty="0">
                <a:latin typeface="Times New Roman" panose="02020603050405020304" pitchFamily="18" charset="0"/>
                <a:ea typeface="Tahoma" panose="020B0604030504040204" pitchFamily="34" charset="0"/>
                <a:cs typeface="Times New Roman" panose="02020603050405020304" pitchFamily="18" charset="0"/>
              </a:rPr>
              <a:t>			↓</a:t>
            </a:r>
            <a:br>
              <a:rPr lang="en-IN" sz="1500" dirty="0">
                <a:latin typeface="Times New Roman" panose="02020603050405020304" pitchFamily="18" charset="0"/>
                <a:ea typeface="Tahoma" panose="020B0604030504040204" pitchFamily="34" charset="0"/>
                <a:cs typeface="Times New Roman" panose="02020603050405020304" pitchFamily="18" charset="0"/>
              </a:rPr>
            </a:br>
            <a:r>
              <a:rPr lang="en-IN" sz="1500" dirty="0">
                <a:latin typeface="Times New Roman" panose="02020603050405020304" pitchFamily="18" charset="0"/>
                <a:ea typeface="Tahoma" panose="020B0604030504040204" pitchFamily="34" charset="0"/>
                <a:cs typeface="Times New Roman" panose="02020603050405020304" pitchFamily="18" charset="0"/>
              </a:rPr>
              <a:t>			</a:t>
            </a:r>
            <a:r>
              <a:rPr lang="en-IN" sz="1500" b="1" dirty="0">
                <a:latin typeface="Times New Roman" panose="02020603050405020304" pitchFamily="18" charset="0"/>
                <a:ea typeface="Tahoma" panose="020B0604030504040204" pitchFamily="34" charset="0"/>
                <a:cs typeface="Times New Roman" panose="02020603050405020304" pitchFamily="18" charset="0"/>
              </a:rPr>
              <a:t>Head Pose + MAR + Mouth Energy</a:t>
            </a:r>
            <a:br>
              <a:rPr lang="en-IN" sz="1500" dirty="0">
                <a:latin typeface="Times New Roman" panose="02020603050405020304" pitchFamily="18" charset="0"/>
                <a:ea typeface="Tahoma" panose="020B0604030504040204" pitchFamily="34" charset="0"/>
                <a:cs typeface="Times New Roman" panose="02020603050405020304" pitchFamily="18" charset="0"/>
              </a:rPr>
            </a:br>
            <a:r>
              <a:rPr lang="en-IN" sz="1500" dirty="0">
                <a:latin typeface="Times New Roman" panose="02020603050405020304" pitchFamily="18" charset="0"/>
                <a:ea typeface="Tahoma" panose="020B0604030504040204" pitchFamily="34" charset="0"/>
                <a:cs typeface="Times New Roman" panose="02020603050405020304" pitchFamily="18" charset="0"/>
              </a:rPr>
              <a:t>			↓</a:t>
            </a:r>
            <a:br>
              <a:rPr lang="en-IN" sz="1500" dirty="0">
                <a:latin typeface="Times New Roman" panose="02020603050405020304" pitchFamily="18" charset="0"/>
                <a:ea typeface="Tahoma" panose="020B0604030504040204" pitchFamily="34" charset="0"/>
                <a:cs typeface="Times New Roman" panose="02020603050405020304" pitchFamily="18" charset="0"/>
              </a:rPr>
            </a:br>
            <a:r>
              <a:rPr lang="en-IN" sz="1500" dirty="0">
                <a:latin typeface="Times New Roman" panose="02020603050405020304" pitchFamily="18" charset="0"/>
                <a:ea typeface="Tahoma" panose="020B0604030504040204" pitchFamily="34" charset="0"/>
                <a:cs typeface="Times New Roman" panose="02020603050405020304" pitchFamily="18" charset="0"/>
              </a:rPr>
              <a:t>			</a:t>
            </a:r>
            <a:r>
              <a:rPr lang="en-IN" sz="1500" b="1" dirty="0">
                <a:latin typeface="Times New Roman" panose="02020603050405020304" pitchFamily="18" charset="0"/>
                <a:ea typeface="Tahoma" panose="020B0604030504040204" pitchFamily="34" charset="0"/>
                <a:cs typeface="Times New Roman" panose="02020603050405020304" pitchFamily="18" charset="0"/>
              </a:rPr>
              <a:t>YOLO Gadget Detection</a:t>
            </a:r>
            <a:br>
              <a:rPr lang="en-IN" sz="1500" dirty="0">
                <a:latin typeface="Times New Roman" panose="02020603050405020304" pitchFamily="18" charset="0"/>
                <a:ea typeface="Tahoma" panose="020B0604030504040204" pitchFamily="34" charset="0"/>
                <a:cs typeface="Times New Roman" panose="02020603050405020304" pitchFamily="18" charset="0"/>
              </a:rPr>
            </a:br>
            <a:r>
              <a:rPr lang="en-IN" sz="1500" dirty="0">
                <a:latin typeface="Times New Roman" panose="02020603050405020304" pitchFamily="18" charset="0"/>
                <a:ea typeface="Tahoma" panose="020B0604030504040204" pitchFamily="34" charset="0"/>
                <a:cs typeface="Times New Roman" panose="02020603050405020304" pitchFamily="18" charset="0"/>
              </a:rPr>
              <a:t>			↓</a:t>
            </a:r>
            <a:br>
              <a:rPr lang="en-IN" sz="1500" dirty="0">
                <a:latin typeface="Times New Roman" panose="02020603050405020304" pitchFamily="18" charset="0"/>
                <a:ea typeface="Tahoma" panose="020B0604030504040204" pitchFamily="34" charset="0"/>
                <a:cs typeface="Times New Roman" panose="02020603050405020304" pitchFamily="18" charset="0"/>
              </a:rPr>
            </a:br>
            <a:r>
              <a:rPr lang="en-IN" sz="1500" dirty="0">
                <a:latin typeface="Times New Roman" panose="02020603050405020304" pitchFamily="18" charset="0"/>
                <a:ea typeface="Tahoma" panose="020B0604030504040204" pitchFamily="34" charset="0"/>
                <a:cs typeface="Times New Roman" panose="02020603050405020304" pitchFamily="18" charset="0"/>
              </a:rPr>
              <a:t>			</a:t>
            </a:r>
            <a:r>
              <a:rPr lang="en-IN" sz="1500" b="1" dirty="0">
                <a:latin typeface="Times New Roman" panose="02020603050405020304" pitchFamily="18" charset="0"/>
                <a:ea typeface="Tahoma" panose="020B0604030504040204" pitchFamily="34" charset="0"/>
                <a:cs typeface="Times New Roman" panose="02020603050405020304" pitchFamily="18" charset="0"/>
              </a:rPr>
              <a:t>Rule Engine</a:t>
            </a:r>
            <a:br>
              <a:rPr lang="en-IN" sz="1500" dirty="0">
                <a:latin typeface="Times New Roman" panose="02020603050405020304" pitchFamily="18" charset="0"/>
                <a:ea typeface="Tahoma" panose="020B0604030504040204" pitchFamily="34" charset="0"/>
                <a:cs typeface="Times New Roman" panose="02020603050405020304" pitchFamily="18" charset="0"/>
              </a:rPr>
            </a:br>
            <a:r>
              <a:rPr lang="en-IN" sz="1500" dirty="0">
                <a:latin typeface="Times New Roman" panose="02020603050405020304" pitchFamily="18" charset="0"/>
                <a:ea typeface="Tahoma" panose="020B0604030504040204" pitchFamily="34" charset="0"/>
                <a:cs typeface="Times New Roman" panose="02020603050405020304" pitchFamily="18" charset="0"/>
              </a:rPr>
              <a:t>			↓</a:t>
            </a:r>
            <a:br>
              <a:rPr lang="en-IN" sz="1500" dirty="0">
                <a:latin typeface="Times New Roman" panose="02020603050405020304" pitchFamily="18" charset="0"/>
                <a:ea typeface="Tahoma" panose="020B0604030504040204" pitchFamily="34" charset="0"/>
                <a:cs typeface="Times New Roman" panose="02020603050405020304" pitchFamily="18" charset="0"/>
              </a:rPr>
            </a:br>
            <a:r>
              <a:rPr lang="en-IN" sz="1500" dirty="0">
                <a:latin typeface="Times New Roman" panose="02020603050405020304" pitchFamily="18" charset="0"/>
                <a:ea typeface="Tahoma" panose="020B0604030504040204" pitchFamily="34" charset="0"/>
                <a:cs typeface="Times New Roman" panose="02020603050405020304" pitchFamily="18" charset="0"/>
              </a:rPr>
              <a:t>			</a:t>
            </a:r>
            <a:r>
              <a:rPr lang="en-IN" sz="1500" b="1" dirty="0">
                <a:latin typeface="Times New Roman" panose="02020603050405020304" pitchFamily="18" charset="0"/>
                <a:ea typeface="Tahoma" panose="020B0604030504040204" pitchFamily="34" charset="0"/>
                <a:cs typeface="Times New Roman" panose="02020603050405020304" pitchFamily="18" charset="0"/>
              </a:rPr>
              <a:t>Normal / Malpractice Alert</a:t>
            </a:r>
            <a:endParaRPr lang="en-IN" sz="1500" dirty="0">
              <a:latin typeface="Times New Roman" panose="02020603050405020304" pitchFamily="18" charset="0"/>
              <a:ea typeface="Tahoma" panose="020B0604030504040204" pitchFamily="34" charset="0"/>
              <a:cs typeface="Times New Roman" panose="02020603050405020304" pitchFamily="18" charset="0"/>
            </a:endParaRPr>
          </a:p>
          <a:p>
            <a:pPr>
              <a:lnSpc>
                <a:spcPct val="150000"/>
              </a:lnSpc>
              <a:buNone/>
            </a:pPr>
            <a:endParaRPr lang="en-IN" sz="22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ABD2B76-E57F-6F1C-DC29-7535D4959D6A}"/>
              </a:ext>
            </a:extLst>
          </p:cNvPr>
          <p:cNvSpPr txBox="1"/>
          <p:nvPr/>
        </p:nvSpPr>
        <p:spPr>
          <a:xfrm>
            <a:off x="652732" y="320489"/>
            <a:ext cx="6094562" cy="553998"/>
          </a:xfrm>
          <a:prstGeom prst="rect">
            <a:avLst/>
          </a:prstGeom>
          <a:noFill/>
        </p:spPr>
        <p:txBody>
          <a:bodyPr wrap="square">
            <a:spAutoFit/>
          </a:bodyPr>
          <a:lstStyle/>
          <a:p>
            <a:r>
              <a:rPr lang="en-US" sz="3000" b="1" dirty="0">
                <a:solidFill>
                  <a:srgbClr val="FF0000"/>
                </a:solidFill>
                <a:latin typeface="Cambria" pitchFamily="34" charset="0"/>
                <a:ea typeface="Cambria" pitchFamily="34" charset="-122"/>
              </a:rPr>
              <a:t>ALGORITHM  </a:t>
            </a:r>
            <a:r>
              <a:rPr lang="en-US" sz="3000" b="1" i="1" dirty="0">
                <a:solidFill>
                  <a:srgbClr val="FF0000"/>
                </a:solidFill>
                <a:latin typeface="Cambria" pitchFamily="34" charset="0"/>
                <a:ea typeface="Cambria" pitchFamily="34" charset="-122"/>
              </a:rPr>
              <a:t>- </a:t>
            </a:r>
            <a:r>
              <a:rPr lang="en-US" sz="2400" b="1" i="1" dirty="0">
                <a:solidFill>
                  <a:srgbClr val="FF0000"/>
                </a:solidFill>
                <a:latin typeface="Cambria" pitchFamily="34" charset="0"/>
                <a:ea typeface="Cambria" pitchFamily="34" charset="-122"/>
              </a:rPr>
              <a:t>Contd…</a:t>
            </a:r>
            <a:r>
              <a:rPr lang="en-US" sz="2400" i="1" dirty="0">
                <a:solidFill>
                  <a:schemeClr val="tx1"/>
                </a:solidFill>
                <a:latin typeface="Cambria" pitchFamily="34" charset="0"/>
                <a:ea typeface="Cambria" pitchFamily="34" charset="-122"/>
              </a:rPr>
              <a:t> </a:t>
            </a:r>
          </a:p>
        </p:txBody>
      </p:sp>
    </p:spTree>
    <p:extLst>
      <p:ext uri="{BB962C8B-B14F-4D97-AF65-F5344CB8AC3E}">
        <p14:creationId xmlns:p14="http://schemas.microsoft.com/office/powerpoint/2010/main" val="12318575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2D3979D-4E76-F0AC-0584-51FED9212E75}"/>
              </a:ext>
            </a:extLst>
          </p:cNvPr>
          <p:cNvSpPr txBox="1"/>
          <p:nvPr/>
        </p:nvSpPr>
        <p:spPr>
          <a:xfrm>
            <a:off x="845389" y="1129788"/>
            <a:ext cx="10248181" cy="3078535"/>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Real-time laboratory CCTV camera video</a:t>
            </a:r>
            <a:r>
              <a:rPr lang="en-IN" sz="2200" dirty="0">
                <a:latin typeface="Times New Roman" panose="02020603050405020304" pitchFamily="18" charset="0"/>
                <a:cs typeface="Times New Roman" panose="02020603050405020304" pitchFamily="18" charset="0"/>
              </a:rPr>
              <a:t> </a:t>
            </a:r>
          </a:p>
          <a:p>
            <a:pPr marL="342900" lvl="0" indent="-34290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Video will be collected during </a:t>
            </a:r>
            <a:r>
              <a:rPr lang="en-IN" sz="2200" b="1" dirty="0">
                <a:latin typeface="Times New Roman" panose="02020603050405020304" pitchFamily="18" charset="0"/>
                <a:cs typeface="Times New Roman" panose="02020603050405020304" pitchFamily="18" charset="0"/>
              </a:rPr>
              <a:t>mock examination sessions</a:t>
            </a:r>
            <a:r>
              <a:rPr lang="en-IN" sz="2200" dirty="0">
                <a:latin typeface="Times New Roman" panose="02020603050405020304" pitchFamily="18" charset="0"/>
                <a:cs typeface="Times New Roman" panose="02020603050405020304" pitchFamily="18" charset="0"/>
              </a:rPr>
              <a:t> in the laboratory. </a:t>
            </a:r>
          </a:p>
          <a:p>
            <a:pPr marL="342900" lvl="0" indent="-34290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The videos will contain normal student activities and simulated malpractice activities. </a:t>
            </a:r>
          </a:p>
          <a:p>
            <a:pPr marL="342900" lvl="0" indent="-34290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The dataset will be used to test </a:t>
            </a:r>
            <a:r>
              <a:rPr lang="en-IN" sz="2200" b="1" dirty="0">
                <a:latin typeface="Times New Roman" panose="02020603050405020304" pitchFamily="18" charset="0"/>
                <a:cs typeface="Times New Roman" panose="02020603050405020304" pitchFamily="18" charset="0"/>
              </a:rPr>
              <a:t>mouth movement, head pose, and prohibited-object detection</a:t>
            </a:r>
            <a:r>
              <a:rPr lang="en-IN" sz="2200" dirty="0">
                <a:latin typeface="Times New Roman" panose="02020603050405020304" pitchFamily="18" charset="0"/>
                <a:cs typeface="Times New Roman" panose="02020603050405020304" pitchFamily="18" charset="0"/>
              </a:rPr>
              <a:t>. </a:t>
            </a:r>
          </a:p>
          <a:p>
            <a:pPr marL="342900" lvl="0" indent="-34290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Relevant video frames will be annotated for training and evaluation.</a:t>
            </a:r>
          </a:p>
        </p:txBody>
      </p:sp>
      <p:sp>
        <p:nvSpPr>
          <p:cNvPr id="5" name="TextBox 4">
            <a:extLst>
              <a:ext uri="{FF2B5EF4-FFF2-40B4-BE49-F238E27FC236}">
                <a16:creationId xmlns:a16="http://schemas.microsoft.com/office/drawing/2014/main" id="{45C1CD3E-EFC7-FE98-F915-3E2FA435C490}"/>
              </a:ext>
            </a:extLst>
          </p:cNvPr>
          <p:cNvSpPr txBox="1"/>
          <p:nvPr/>
        </p:nvSpPr>
        <p:spPr>
          <a:xfrm>
            <a:off x="845389" y="403171"/>
            <a:ext cx="6094562" cy="579967"/>
          </a:xfrm>
          <a:prstGeom prst="rect">
            <a:avLst/>
          </a:prstGeom>
          <a:noFill/>
        </p:spPr>
        <p:txBody>
          <a:bodyPr wrap="square">
            <a:spAutoFit/>
          </a:bodyPr>
          <a:lstStyle/>
          <a:p>
            <a:pPr>
              <a:lnSpc>
                <a:spcPct val="150000"/>
              </a:lnSpc>
              <a:buNone/>
            </a:pPr>
            <a:r>
              <a:rPr lang="en-IN" sz="2400" b="1" dirty="0">
                <a:solidFill>
                  <a:srgbClr val="FF0000"/>
                </a:solidFill>
                <a:latin typeface="Times New Roman" panose="02020603050405020304" pitchFamily="18" charset="0"/>
                <a:cs typeface="Times New Roman" panose="02020603050405020304" pitchFamily="18" charset="0"/>
              </a:rPr>
              <a:t>DATASET</a:t>
            </a:r>
          </a:p>
        </p:txBody>
      </p:sp>
    </p:spTree>
    <p:extLst>
      <p:ext uri="{BB962C8B-B14F-4D97-AF65-F5344CB8AC3E}">
        <p14:creationId xmlns:p14="http://schemas.microsoft.com/office/powerpoint/2010/main" val="9311166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C7BFEC-AB75-32EE-0C01-67ABEC819C7A}"/>
              </a:ext>
            </a:extLst>
          </p:cNvPr>
          <p:cNvSpPr txBox="1"/>
          <p:nvPr/>
        </p:nvSpPr>
        <p:spPr>
          <a:xfrm>
            <a:off x="776376" y="1061047"/>
            <a:ext cx="10446589" cy="3586366"/>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Conduct experiments using </a:t>
            </a:r>
            <a:r>
              <a:rPr lang="en-IN" sz="2200" b="1" dirty="0">
                <a:latin typeface="Times New Roman" panose="02020603050405020304" pitchFamily="18" charset="0"/>
                <a:cs typeface="Times New Roman" panose="02020603050405020304" pitchFamily="18" charset="0"/>
              </a:rPr>
              <a:t>real-time laboratory CCTV camera video</a:t>
            </a:r>
            <a:r>
              <a:rPr lang="en-IN" sz="2200" dirty="0">
                <a:latin typeface="Times New Roman" panose="02020603050405020304" pitchFamily="18" charset="0"/>
                <a:cs typeface="Times New Roman" panose="02020603050405020304" pitchFamily="18" charset="0"/>
              </a:rPr>
              <a:t>. </a:t>
            </a:r>
          </a:p>
          <a:p>
            <a:pPr marL="342900" lvl="0" indent="-34290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Test the system during </a:t>
            </a:r>
            <a:r>
              <a:rPr lang="en-IN" sz="2200" b="1" dirty="0">
                <a:latin typeface="Times New Roman" panose="02020603050405020304" pitchFamily="18" charset="0"/>
                <a:cs typeface="Times New Roman" panose="02020603050405020304" pitchFamily="18" charset="0"/>
              </a:rPr>
              <a:t>normal examination activities</a:t>
            </a:r>
            <a:r>
              <a:rPr lang="en-IN" sz="2200" dirty="0">
                <a:latin typeface="Times New Roman" panose="02020603050405020304" pitchFamily="18" charset="0"/>
                <a:cs typeface="Times New Roman" panose="02020603050405020304" pitchFamily="18" charset="0"/>
              </a:rPr>
              <a:t> and </a:t>
            </a:r>
            <a:r>
              <a:rPr lang="en-IN" sz="2200" b="1" dirty="0">
                <a:latin typeface="Times New Roman" panose="02020603050405020304" pitchFamily="18" charset="0"/>
                <a:cs typeface="Times New Roman" panose="02020603050405020304" pitchFamily="18" charset="0"/>
              </a:rPr>
              <a:t>simulated malpractice activities</a:t>
            </a:r>
            <a:r>
              <a:rPr lang="en-IN" sz="2200" dirty="0">
                <a:latin typeface="Times New Roman" panose="02020603050405020304" pitchFamily="18" charset="0"/>
                <a:cs typeface="Times New Roman" panose="02020603050405020304" pitchFamily="18" charset="0"/>
              </a:rPr>
              <a:t>. </a:t>
            </a:r>
          </a:p>
          <a:p>
            <a:pPr marL="342900" lvl="0" indent="-34290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Evaluate </a:t>
            </a:r>
            <a:r>
              <a:rPr lang="en-IN" sz="2200" b="1" dirty="0">
                <a:latin typeface="Times New Roman" panose="02020603050405020304" pitchFamily="18" charset="0"/>
                <a:cs typeface="Times New Roman" panose="02020603050405020304" pitchFamily="18" charset="0"/>
              </a:rPr>
              <a:t>mouth movement, head pose, and prohibited-object detection</a:t>
            </a:r>
            <a:r>
              <a:rPr lang="en-IN" sz="2200" dirty="0">
                <a:latin typeface="Times New Roman" panose="02020603050405020304" pitchFamily="18" charset="0"/>
                <a:cs typeface="Times New Roman" panose="02020603050405020304" pitchFamily="18" charset="0"/>
              </a:rPr>
              <a:t>. </a:t>
            </a:r>
          </a:p>
          <a:p>
            <a:pPr marL="342900" lvl="0" indent="-34290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Compare the basic detection approach with the </a:t>
            </a:r>
            <a:r>
              <a:rPr lang="en-IN" sz="2200" b="1" dirty="0">
                <a:latin typeface="Times New Roman" panose="02020603050405020304" pitchFamily="18" charset="0"/>
                <a:cs typeface="Times New Roman" panose="02020603050405020304" pitchFamily="18" charset="0"/>
              </a:rPr>
              <a:t>proposed multi-condition rule engine</a:t>
            </a:r>
            <a:r>
              <a:rPr lang="en-IN" sz="2200" dirty="0">
                <a:latin typeface="Times New Roman" panose="02020603050405020304" pitchFamily="18" charset="0"/>
                <a:cs typeface="Times New Roman" panose="02020603050405020304" pitchFamily="18" charset="0"/>
              </a:rPr>
              <a:t>. </a:t>
            </a:r>
          </a:p>
          <a:p>
            <a:pPr marL="342900" lvl="0" indent="-34290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Observe whether combining multiple conditions helps </a:t>
            </a:r>
            <a:r>
              <a:rPr lang="en-IN" sz="2200" b="1" dirty="0">
                <a:latin typeface="Times New Roman" panose="02020603050405020304" pitchFamily="18" charset="0"/>
                <a:cs typeface="Times New Roman" panose="02020603050405020304" pitchFamily="18" charset="0"/>
              </a:rPr>
              <a:t>reduce false-positive alerts</a:t>
            </a:r>
            <a:r>
              <a:rPr lang="en-IN" sz="2200" dirty="0">
                <a:latin typeface="Times New Roman" panose="02020603050405020304" pitchFamily="18" charset="0"/>
                <a:cs typeface="Times New Roman" panose="02020603050405020304" pitchFamily="18" charset="0"/>
              </a:rPr>
              <a:t>. </a:t>
            </a:r>
          </a:p>
          <a:p>
            <a:pPr marL="342900" lvl="0" indent="-34290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Test the system for </a:t>
            </a:r>
            <a:r>
              <a:rPr lang="en-IN" sz="2200" b="1" dirty="0">
                <a:latin typeface="Times New Roman" panose="02020603050405020304" pitchFamily="18" charset="0"/>
                <a:cs typeface="Times New Roman" panose="02020603050405020304" pitchFamily="18" charset="0"/>
              </a:rPr>
              <a:t>real-time processing</a:t>
            </a:r>
            <a:r>
              <a:rPr lang="en-IN" sz="2200" dirty="0">
                <a:latin typeface="Times New Roman" panose="02020603050405020304" pitchFamily="18" charset="0"/>
                <a:cs typeface="Times New Roman" panose="02020603050405020304" pitchFamily="18" charset="0"/>
              </a:rPr>
              <a:t> in a laboratory environment.</a:t>
            </a:r>
          </a:p>
        </p:txBody>
      </p:sp>
      <p:sp>
        <p:nvSpPr>
          <p:cNvPr id="5" name="TextBox 4">
            <a:extLst>
              <a:ext uri="{FF2B5EF4-FFF2-40B4-BE49-F238E27FC236}">
                <a16:creationId xmlns:a16="http://schemas.microsoft.com/office/drawing/2014/main" id="{FFB731AF-BCDF-6B62-F06A-293BF7DFF120}"/>
              </a:ext>
            </a:extLst>
          </p:cNvPr>
          <p:cNvSpPr txBox="1"/>
          <p:nvPr/>
        </p:nvSpPr>
        <p:spPr>
          <a:xfrm>
            <a:off x="776376" y="449223"/>
            <a:ext cx="6094562" cy="461665"/>
          </a:xfrm>
          <a:prstGeom prst="rect">
            <a:avLst/>
          </a:prstGeom>
          <a:noFill/>
        </p:spPr>
        <p:txBody>
          <a:bodyPr wrap="square">
            <a:spAutoFit/>
          </a:bodyPr>
          <a:lstStyle/>
          <a:p>
            <a:pPr>
              <a:buNone/>
            </a:pPr>
            <a:r>
              <a:rPr lang="en-IN" sz="2400" b="1" dirty="0">
                <a:solidFill>
                  <a:srgbClr val="FF0000"/>
                </a:solidFill>
                <a:latin typeface="Times New Roman" panose="02020603050405020304" pitchFamily="18" charset="0"/>
                <a:cs typeface="Times New Roman" panose="02020603050405020304" pitchFamily="18" charset="0"/>
              </a:rPr>
              <a:t>EXPERIMENT</a:t>
            </a:r>
          </a:p>
        </p:txBody>
      </p:sp>
    </p:spTree>
    <p:extLst>
      <p:ext uri="{BB962C8B-B14F-4D97-AF65-F5344CB8AC3E}">
        <p14:creationId xmlns:p14="http://schemas.microsoft.com/office/powerpoint/2010/main" val="12920041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56C5F0-53DA-4A47-268F-2F2B0C531278}"/>
              </a:ext>
            </a:extLst>
          </p:cNvPr>
          <p:cNvSpPr txBox="1"/>
          <p:nvPr/>
        </p:nvSpPr>
        <p:spPr>
          <a:xfrm>
            <a:off x="741870" y="827921"/>
            <a:ext cx="10964175" cy="4832092"/>
          </a:xfrm>
          <a:prstGeom prst="rect">
            <a:avLst/>
          </a:prstGeom>
          <a:noFill/>
        </p:spPr>
        <p:txBody>
          <a:bodyPr wrap="square">
            <a:spAutoFit/>
          </a:bodyPr>
          <a:lstStyle/>
          <a:p>
            <a:pPr marL="342900" lvl="0" indent="-342900" algn="just">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Limited Real-Lab Deployment:</a:t>
            </a:r>
            <a:r>
              <a:rPr lang="en-IN" sz="2200" dirty="0">
                <a:latin typeface="Times New Roman" panose="02020603050405020304" pitchFamily="18" charset="0"/>
                <a:cs typeface="Times New Roman" panose="02020603050405020304" pitchFamily="18" charset="0"/>
              </a:rPr>
              <a:t> Existing studies mainly focus on online/recorded datasets; real-time deployment using </a:t>
            </a:r>
            <a:r>
              <a:rPr lang="en-IN" sz="2200" b="1" dirty="0">
                <a:latin typeface="Times New Roman" panose="02020603050405020304" pitchFamily="18" charset="0"/>
                <a:cs typeface="Times New Roman" panose="02020603050405020304" pitchFamily="18" charset="0"/>
              </a:rPr>
              <a:t>existing laboratory CCTV infrastructure</a:t>
            </a:r>
            <a:r>
              <a:rPr lang="en-IN" sz="2200" dirty="0">
                <a:latin typeface="Times New Roman" panose="02020603050405020304" pitchFamily="18" charset="0"/>
                <a:cs typeface="Times New Roman" panose="02020603050405020304" pitchFamily="18" charset="0"/>
              </a:rPr>
              <a:t> is less explored. </a:t>
            </a:r>
          </a:p>
          <a:p>
            <a:pPr marL="342900" lvl="0" indent="-342900" algn="just">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High Infrastructure Dependency:</a:t>
            </a:r>
            <a:r>
              <a:rPr lang="en-IN" sz="2200" dirty="0">
                <a:latin typeface="Times New Roman" panose="02020603050405020304" pitchFamily="18" charset="0"/>
                <a:cs typeface="Times New Roman" panose="02020603050405020304" pitchFamily="18" charset="0"/>
              </a:rPr>
              <a:t> Many systems require dedicated cameras, edge devices, or additional hardware, increasing deployment complexity and cost. </a:t>
            </a:r>
          </a:p>
          <a:p>
            <a:pPr marL="342900" lvl="0" indent="-342900" algn="just">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Single-Modality Detection:</a:t>
            </a:r>
            <a:r>
              <a:rPr lang="en-IN" sz="2200" dirty="0">
                <a:latin typeface="Times New Roman" panose="02020603050405020304" pitchFamily="18" charset="0"/>
                <a:cs typeface="Times New Roman" panose="02020603050405020304" pitchFamily="18" charset="0"/>
              </a:rPr>
              <a:t> Existing approaches often focus on only </a:t>
            </a:r>
            <a:r>
              <a:rPr lang="en-IN" sz="2200" b="1" dirty="0">
                <a:latin typeface="Times New Roman" panose="02020603050405020304" pitchFamily="18" charset="0"/>
                <a:cs typeface="Times New Roman" panose="02020603050405020304" pitchFamily="18" charset="0"/>
              </a:rPr>
              <a:t>face, gaze, object, or </a:t>
            </a:r>
            <a:r>
              <a:rPr lang="en-IN" sz="2200" b="1" dirty="0" err="1">
                <a:latin typeface="Times New Roman" panose="02020603050405020304" pitchFamily="18" charset="0"/>
                <a:cs typeface="Times New Roman" panose="02020603050405020304" pitchFamily="18" charset="0"/>
              </a:rPr>
              <a:t>behavior</a:t>
            </a:r>
            <a:r>
              <a:rPr lang="en-IN" sz="2200" b="1" dirty="0">
                <a:latin typeface="Times New Roman" panose="02020603050405020304" pitchFamily="18" charset="0"/>
                <a:cs typeface="Times New Roman" panose="02020603050405020304" pitchFamily="18" charset="0"/>
              </a:rPr>
              <a:t> detection</a:t>
            </a:r>
            <a:r>
              <a:rPr lang="en-IN" sz="2200" dirty="0">
                <a:latin typeface="Times New Roman" panose="02020603050405020304" pitchFamily="18" charset="0"/>
                <a:cs typeface="Times New Roman" panose="02020603050405020304" pitchFamily="18" charset="0"/>
              </a:rPr>
              <a:t>, which can produce false-positive alerts. </a:t>
            </a:r>
          </a:p>
          <a:p>
            <a:pPr marL="342900" lvl="0" indent="-342900" algn="just">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Limited Physical Malpractice Coverage:</a:t>
            </a:r>
            <a:r>
              <a:rPr lang="en-IN" sz="2200" dirty="0">
                <a:latin typeface="Times New Roman" panose="02020603050405020304" pitchFamily="18" charset="0"/>
                <a:cs typeface="Times New Roman" panose="02020603050405020304" pitchFamily="18" charset="0"/>
              </a:rPr>
              <a:t> Common systems do not comprehensively address </a:t>
            </a:r>
            <a:r>
              <a:rPr lang="en-IN" sz="2200" b="1" dirty="0">
                <a:latin typeface="Times New Roman" panose="02020603050405020304" pitchFamily="18" charset="0"/>
                <a:cs typeface="Times New Roman" panose="02020603050405020304" pitchFamily="18" charset="0"/>
              </a:rPr>
              <a:t>smartphones, smartwatches, paper slips, impersonation, and abnormal head movements</a:t>
            </a:r>
            <a:r>
              <a:rPr lang="en-IN" sz="2200" dirty="0">
                <a:latin typeface="Times New Roman" panose="02020603050405020304" pitchFamily="18" charset="0"/>
                <a:cs typeface="Times New Roman" panose="02020603050405020304" pitchFamily="18" charset="0"/>
              </a:rPr>
              <a:t> in laboratory examinations. </a:t>
            </a:r>
          </a:p>
          <a:p>
            <a:pPr marL="342900" lvl="0" indent="-342900" algn="just">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Insufficient Spatial-Temporal Reasoning:</a:t>
            </a:r>
            <a:r>
              <a:rPr lang="en-IN" sz="2200" dirty="0">
                <a:latin typeface="Times New Roman" panose="02020603050405020304" pitchFamily="18" charset="0"/>
                <a:cs typeface="Times New Roman" panose="02020603050405020304" pitchFamily="18" charset="0"/>
              </a:rPr>
              <a:t> Detection of an object or head movement alone does not establish suspicious </a:t>
            </a:r>
            <a:r>
              <a:rPr lang="en-IN" sz="2200" dirty="0" err="1">
                <a:latin typeface="Times New Roman" panose="02020603050405020304" pitchFamily="18" charset="0"/>
                <a:cs typeface="Times New Roman" panose="02020603050405020304" pitchFamily="18" charset="0"/>
              </a:rPr>
              <a:t>behavior</a:t>
            </a:r>
            <a:r>
              <a:rPr lang="en-IN" sz="2200" dirty="0">
                <a:latin typeface="Times New Roman" panose="02020603050405020304" pitchFamily="18" charset="0"/>
                <a:cs typeface="Times New Roman" panose="02020603050405020304" pitchFamily="18" charset="0"/>
              </a:rPr>
              <a:t>; </a:t>
            </a:r>
            <a:r>
              <a:rPr lang="en-IN" sz="2200" b="1" dirty="0">
                <a:latin typeface="Times New Roman" panose="02020603050405020304" pitchFamily="18" charset="0"/>
                <a:cs typeface="Times New Roman" panose="02020603050405020304" pitchFamily="18" charset="0"/>
              </a:rPr>
              <a:t>multiple conditions over time</a:t>
            </a:r>
            <a:r>
              <a:rPr lang="en-IN" sz="2200" dirty="0">
                <a:latin typeface="Times New Roman" panose="02020603050405020304" pitchFamily="18" charset="0"/>
                <a:cs typeface="Times New Roman" panose="02020603050405020304" pitchFamily="18" charset="0"/>
              </a:rPr>
              <a:t> need to be considered. </a:t>
            </a:r>
          </a:p>
          <a:p>
            <a:pPr marL="342900" lvl="0" indent="-342900" algn="just">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Weak Evidence Integrity:</a:t>
            </a:r>
            <a:r>
              <a:rPr lang="en-IN" sz="2200" dirty="0">
                <a:latin typeface="Times New Roman" panose="02020603050405020304" pitchFamily="18" charset="0"/>
                <a:cs typeface="Times New Roman" panose="02020603050405020304" pitchFamily="18" charset="0"/>
              </a:rPr>
              <a:t> Some systems provide alerts but lack a </a:t>
            </a:r>
            <a:r>
              <a:rPr lang="en-IN" sz="2200" b="1" dirty="0">
                <a:latin typeface="Times New Roman" panose="02020603050405020304" pitchFamily="18" charset="0"/>
                <a:cs typeface="Times New Roman" panose="02020603050405020304" pitchFamily="18" charset="0"/>
              </a:rPr>
              <a:t>tamper-resistant evidence/audit mechanism</a:t>
            </a:r>
            <a:r>
              <a:rPr lang="en-IN" sz="2200" dirty="0">
                <a:latin typeface="Times New Roman" panose="02020603050405020304" pitchFamily="18" charset="0"/>
                <a:cs typeface="Times New Roman" panose="02020603050405020304" pitchFamily="18" charset="0"/>
              </a:rPr>
              <a:t> for recorded malpractice events.</a:t>
            </a:r>
          </a:p>
        </p:txBody>
      </p:sp>
      <p:sp>
        <p:nvSpPr>
          <p:cNvPr id="5" name="TextBox 4">
            <a:extLst>
              <a:ext uri="{FF2B5EF4-FFF2-40B4-BE49-F238E27FC236}">
                <a16:creationId xmlns:a16="http://schemas.microsoft.com/office/drawing/2014/main" id="{45CC7E5D-99AC-AA5F-9A9F-117C8D2391EF}"/>
              </a:ext>
            </a:extLst>
          </p:cNvPr>
          <p:cNvSpPr txBox="1"/>
          <p:nvPr/>
        </p:nvSpPr>
        <p:spPr>
          <a:xfrm>
            <a:off x="741870" y="227929"/>
            <a:ext cx="6094562" cy="430887"/>
          </a:xfrm>
          <a:prstGeom prst="rect">
            <a:avLst/>
          </a:prstGeom>
          <a:noFill/>
        </p:spPr>
        <p:txBody>
          <a:bodyPr wrap="square">
            <a:spAutoFit/>
          </a:bodyPr>
          <a:lstStyle/>
          <a:p>
            <a:pPr>
              <a:buNone/>
            </a:pPr>
            <a:r>
              <a:rPr lang="en-IN" sz="2200" b="1" dirty="0">
                <a:solidFill>
                  <a:srgbClr val="FF0000"/>
                </a:solidFill>
                <a:latin typeface="Times New Roman" panose="02020603050405020304" pitchFamily="18" charset="0"/>
                <a:cs typeface="Times New Roman" panose="02020603050405020304" pitchFamily="18" charset="0"/>
              </a:rPr>
              <a:t>RESEARCH GAPS</a:t>
            </a:r>
          </a:p>
        </p:txBody>
      </p:sp>
    </p:spTree>
    <p:extLst>
      <p:ext uri="{BB962C8B-B14F-4D97-AF65-F5344CB8AC3E}">
        <p14:creationId xmlns:p14="http://schemas.microsoft.com/office/powerpoint/2010/main" val="4073366174"/>
      </p:ext>
    </p:extLst>
  </p:cSld>
  <p:clrMapOvr>
    <a:masterClrMapping/>
  </p:clrMapOvr>
</p:sld>
</file>

<file path=ppt/theme/theme1.xml><?xml version="1.0" encoding="utf-8"?>
<a:theme xmlns:a="http://schemas.openxmlformats.org/drawingml/2006/main" name="Theme1">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D2EC4925-13C0-4F9C-9EC6-BA379B2903BA}" vid="{D05CAAF7-8C12-42B7-AE16-5E8F348BAE34}"/>
    </a:ext>
  </a:extLst>
</a:theme>
</file>

<file path=ppt/theme/theme2.xml><?xml version="1.0" encoding="utf-8"?>
<a:theme xmlns:a="http://schemas.openxmlformats.org/drawingml/2006/main" name="Presentation slides">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Presentation Cover pag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Presentation Cover pag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_Presentation slides">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758</TotalTime>
  <Words>1856</Words>
  <Application>Microsoft Office PowerPoint</Application>
  <PresentationFormat>Widescreen</PresentationFormat>
  <Paragraphs>125</Paragraphs>
  <Slides>18</Slides>
  <Notes>4</Notes>
  <HiddenSlides>0</HiddenSlides>
  <MMClips>0</MMClips>
  <ScaleCrop>false</ScaleCrop>
  <HeadingPairs>
    <vt:vector size="6" baseType="variant">
      <vt:variant>
        <vt:lpstr>Fonts Used</vt:lpstr>
      </vt:variant>
      <vt:variant>
        <vt:i4>7</vt:i4>
      </vt:variant>
      <vt:variant>
        <vt:lpstr>Theme</vt:lpstr>
      </vt:variant>
      <vt:variant>
        <vt:i4>5</vt:i4>
      </vt:variant>
      <vt:variant>
        <vt:lpstr>Slide Titles</vt:lpstr>
      </vt:variant>
      <vt:variant>
        <vt:i4>18</vt:i4>
      </vt:variant>
    </vt:vector>
  </HeadingPairs>
  <TitlesOfParts>
    <vt:vector size="30" baseType="lpstr">
      <vt:lpstr>Arial</vt:lpstr>
      <vt:lpstr>Avenir</vt:lpstr>
      <vt:lpstr>Calibri</vt:lpstr>
      <vt:lpstr>Cambria</vt:lpstr>
      <vt:lpstr>Garamond</vt:lpstr>
      <vt:lpstr>Poppins</vt:lpstr>
      <vt:lpstr>Times New Roman</vt:lpstr>
      <vt:lpstr>Theme1</vt:lpstr>
      <vt:lpstr>Presentation slides</vt:lpstr>
      <vt:lpstr>Presentation Cover page</vt:lpstr>
      <vt:lpstr>1_Presentation Cover page</vt:lpstr>
      <vt:lpstr>1_Presentation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s_mahalingam9486@outlook.com</cp:lastModifiedBy>
  <cp:revision>17</cp:revision>
  <dcterms:created xsi:type="dcterms:W3CDTF">2026-08-20T08:53:47Z</dcterms:created>
  <dcterms:modified xsi:type="dcterms:W3CDTF">2026-09-18T21:17:34Z</dcterms:modified>
</cp:coreProperties>
</file>