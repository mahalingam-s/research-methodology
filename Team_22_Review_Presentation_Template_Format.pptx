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1"/>
  </p:notesMasterIdLst>
  <p:sldIdLst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2600" b="1">
                <a:solidFill>
                  <a:srgbClr val="FF0000"/>
                </a:solidFill>
                <a:latin typeface="Cambria"/>
              </a:defRPr>
            </a:pPr>
            <a:r>
              <a:t>Automated Laboratory Camera Examination Proctoring Framework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Group No: 22                                                                                                Category: 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16065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0317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Department of Computer Science &amp; AI, Amrita Vishwa Vidyapeetham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Dr. T. Senthil Kumar,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43137"/>
              </p:ext>
            </p:extLst>
          </p:nvPr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000">
                          <a:latin typeface="Calibri"/>
                        </a:defRPr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CB.SC.P2CSE26027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Sibichandaru C.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Member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cb.sc.p2cse26027@cb.students.amrita.edu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+91 9488345671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github.com/Sibichandaru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CB.SC.P2AIE26040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Vidyasagar 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Member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cb.sc.p2aie26040@cb.students.amrita.edu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+91 9791189012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github.com/Vidyasagar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CB.SC.P2CSE26016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Mahalingam 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Member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cb.sc.p2cse26016@cb.students.amrita.edu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+91 9842212345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github.com/Mahalingam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LinkedIn Product Demo: https://linkedin.com/in/team22-demo               GitHub Repository: https://github.com/Team22/lab-proctoring-ai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t>This presentation is prepared for Course / Project / Hackathon / Industry Demo</a:t>
            </a:r>
          </a:p>
          <a:p>
            <a:pPr marL="0" indent="0">
              <a:buNone/>
            </a:pPr>
            <a:r>
              <a:t>Course: Research Methodology (19CSE601)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300">
                <a:latin typeface="Calibri"/>
              </a:defRPr>
            </a:pPr>
            <a:r>
              <a:t>Traditional examination invigilation relies on human invigilators who suffer from fatigue in large halls. Existing CCTV systems function merely as passive video recorders without real-time threat detection or automated malpractice alerting.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888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300">
                <a:latin typeface="Calibri"/>
              </a:defRPr>
            </a:pPr>
            <a:r>
              <a:t>To develop an automated, zero-cost examination monitoring framework using pre-installed laboratory HD cameras to continuously track student behavior, detect malpractice (impersonation, gadgets, head turning), and issue immediate alerts.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4622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1. Stream Acquisition: Capture live 1080p stream from pre-installed lab HD cameras over direct USB/Ethernet.</a:t>
            </a:r>
          </a:p>
          <a:p>
            <a:pPr>
              <a:defRPr sz="1100">
                <a:latin typeface="Calibri"/>
              </a:defRPr>
            </a:pPr>
            <a:r>
              <a:t>2. Biometric Authentication: Verify student identity using FaceNet 128D embeddings and cosine distance matching.</a:t>
            </a:r>
          </a:p>
          <a:p>
            <a:pPr>
              <a:defRPr sz="1100">
                <a:latin typeface="Calibri"/>
              </a:defRPr>
            </a:pPr>
            <a:r>
              <a:t>3. Object Detection: Detect prohibited gadgets (phones, smartwatches) and paper notes via fine-tuned YOLOv8-Nano.</a:t>
            </a:r>
          </a:p>
          <a:p>
            <a:pPr>
              <a:defRPr sz="1100">
                <a:latin typeface="Calibri"/>
              </a:defRPr>
            </a:pPr>
            <a:r>
              <a:t>4. Pose &amp; Gaze Tracking: Estimate 3D head pose (Yaw, Pitch, Roll) and pupil gaze vectors using MediaPipe Face Mesh.</a:t>
            </a:r>
          </a:p>
          <a:p>
            <a:pPr>
              <a:defRPr sz="1100">
                <a:latin typeface="Calibri"/>
              </a:defRPr>
            </a:pPr>
            <a:r>
              <a:t>5. Visual Risk Score Fusion &amp; XAI: Aggregate multimodal features (Auth, Object, Pose) with Grad-CAM &amp; SHAP attributions.</a:t>
            </a: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[ HD Camera Stream (1080p) ] ➔ [ FaceNet Auth (128D Match) ] ➔ [ YOLOv8-Nano Gadget Detector ]</a:t>
            </a:r>
          </a:p>
          <a:p>
            <a:pPr>
              <a:defRPr sz="1100">
                <a:latin typeface="Calibri"/>
              </a:defRPr>
            </a:pPr>
            <a:r>
              <a:t>                                                            │</a:t>
            </a:r>
          </a:p>
          <a:p>
            <a:pPr>
              <a:defRPr sz="1100">
                <a:latin typeface="Calibri"/>
              </a:defRPr>
            </a:pPr>
            <a:r>
              <a:t>                                                            ▼</a:t>
            </a:r>
          </a:p>
          <a:p>
            <a:pPr>
              <a:defRPr sz="1100">
                <a:latin typeface="Calibri"/>
              </a:defRPr>
            </a:pPr>
            <a:r>
              <a:t>[ Invigilator Dashboard &amp; Audit Log ] ◄── [ Visual Risk Fusion (Grad-CAM &amp; SHAP) ] ◄── [ MediaPipe 3D Pose SolvePnP ]</a:t>
            </a: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ProctorPlus (2026)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IEEE ICoECIT (10.1109/ICoECIT.2026)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Webcam facial recognition, gaze tracking, YOLOv11 item detection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High per-student desk PC hardware procurement cost; lacks Explainable AI (XAI)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Wang et al. (2025)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Scientific Reports (10.1038/s41598-025-18412-0)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YOLOv12 cheating detection combined with blockchain audit logs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Requires expensive dedicated GPU server clusters; higher streaming latency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Team 22 Framework (Proposed)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Internal Laboratory Framework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Zero-cost pre-installed lab cameras, FaceNet + YOLOv8 + MediaPipe pose + Grad-CAM/SHAP XAI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Requires clear overhead line-of-sight visual coverage across lab desks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>
                <a:latin typeface="Calibri"/>
              </a:defRPr>
            </a:pPr>
            <a:r>
              <a:t>An automated, zero-hardware-cost examination monitoring framework leveraging existing laboratory camera infrastructure to perform real-time identity verification, prohibited gadget detection, and 3D head pose tracking without additional desk hardware.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Commercial proctoring tools rely on expensive per-desk hardware or unexplainable black-box AI models that produce false flags.</a:t>
            </a: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Zero-hardware-cost lab camera framework utilizing centralized workstation video stream processing over direct USB/Ethernet.</a:t>
            </a: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Integrates FaceNet identity verification, YOLOv8-Nano object detection, MediaPipe 3D pose SolvePnP, and dual Grad-CAM/SHAP XAI.</a:t>
            </a: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100">
                <a:latin typeface="Calibri"/>
              </a:defRPr>
            </a:pPr>
            <a:r>
              <a:t>Fills critical research gaps in high desk hardware costs, Wi-Fi stream drops, unexplainable flags, and single-modality limits.</a:t>
            </a: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100">
                          <a:latin typeface="Calibri"/>
                        </a:defRPr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Sibichandaru C. (CB.SC.P2CSE26027)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Literature Review &amp; Systematic Analysis: Conducted comprehensive synthesis of 80+ proctoring studies (2014-2026), structured comparative literature matrix, and identified 4 critical research gaps.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Vidyasagar S. (CB.SC.P2AIE26040)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AI Algorithms &amp; Benchmark Pipeline: Implemented FaceNet 128D embeddings, YOLOv8-Nano detector, MediaPipe 3D pose SolvePnP, Grad-CAM/SHAP XAI engine, and main_test_pipeline.py evaluation suite.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Mahalingam S. (CB.SC.P2CSE26016)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System Architecture &amp; Lab Infrastructure: Designed end-to-end zero-cost video processing pipeline, integrated lab HD cameras over direct USB/Ethernet, and defined physical malpractice taxonomy.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31</TotalTime>
  <Words>157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CSE</cp:lastModifiedBy>
  <cp:revision>8</cp:revision>
  <dcterms:created xsi:type="dcterms:W3CDTF">2026-08-20T08:53:47Z</dcterms:created>
  <dcterms:modified xsi:type="dcterms:W3CDTF">2026-08-20T09:27:58Z</dcterms:modified>
</cp:coreProperties>
</file>